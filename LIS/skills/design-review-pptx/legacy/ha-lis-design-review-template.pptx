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8"/>
  </p:notesMasterIdLst>
  <p:sldIdLst>
    <p:sldId id="340" r:id="rId2"/>
    <p:sldId id="539" r:id="rId3"/>
    <p:sldId id="543" r:id="rId4"/>
    <p:sldId id="542" r:id="rId5"/>
    <p:sldId id="544" r:id="rId6"/>
    <p:sldId id="528" r:id="rId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CC66"/>
    <a:srgbClr val="33CCCC"/>
    <a:srgbClr val="D8D8D8"/>
    <a:srgbClr val="EAEAEA"/>
    <a:srgbClr val="009999"/>
    <a:srgbClr val="336699"/>
    <a:srgbClr val="99CCFF"/>
    <a:srgbClr val="9900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8EF4DD88-53FE-42E8-803E-5B7E29D732C5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2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5"/>
            <a:ext cx="3169920" cy="48172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CF92291A-DB38-49D0-8AB0-657FB6E9F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663"/>
            <a:ext cx="12192000" cy="685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046" y="1408153"/>
            <a:ext cx="9353220" cy="20088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3046" y="3429279"/>
            <a:ext cx="9353220" cy="1253654"/>
          </a:xfrm>
        </p:spPr>
        <p:txBody>
          <a:bodyPr/>
          <a:lstStyle>
            <a:lvl1pPr marL="0" indent="0" algn="l">
              <a:buNone/>
              <a:defRPr sz="2400" b="0">
                <a:solidFill>
                  <a:srgbClr val="00B0F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893046" y="2"/>
            <a:ext cx="9537700" cy="136019"/>
            <a:chOff x="0" y="0"/>
            <a:chExt cx="6440716" cy="219075"/>
          </a:xfrm>
        </p:grpSpPr>
        <p:sp>
          <p:nvSpPr>
            <p:cNvPr id="19" name="Rectangle 18"/>
            <p:cNvSpPr/>
            <p:nvPr userDrawn="1"/>
          </p:nvSpPr>
          <p:spPr>
            <a:xfrm>
              <a:off x="0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77183" y="0"/>
              <a:ext cx="440916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5086350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6B980FD-FBFA-7244-BFE9-FA75F0D87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9"/>
          <a:stretch/>
        </p:blipFill>
        <p:spPr>
          <a:xfrm>
            <a:off x="10065488" y="316046"/>
            <a:ext cx="1561171" cy="723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596E52-5A3A-3149-9AFE-F364A881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621" y="392770"/>
            <a:ext cx="769868" cy="6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5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911" y="144488"/>
            <a:ext cx="10402799" cy="1045769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5709" y="6499094"/>
            <a:ext cx="75732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723BC-52C6-1B48-9149-68D584D893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3817" y="1300162"/>
            <a:ext cx="10401892" cy="48339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33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829" y="1661833"/>
            <a:ext cx="7839327" cy="24889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3829" y="4407677"/>
            <a:ext cx="7839327" cy="1466003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0306051" y="5315076"/>
            <a:ext cx="1885949" cy="185613"/>
            <a:chOff x="0" y="0"/>
            <a:chExt cx="6440716" cy="2190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0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77183" y="0"/>
              <a:ext cx="440916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5086350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1" y="663"/>
            <a:ext cx="12192000" cy="928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504BC1-7B60-E640-B2CF-C7164501D294}"/>
              </a:ext>
            </a:extLst>
          </p:cNvPr>
          <p:cNvSpPr/>
          <p:nvPr/>
        </p:nvSpPr>
        <p:spPr>
          <a:xfrm>
            <a:off x="1" y="6277970"/>
            <a:ext cx="2201839" cy="5800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4E7F69-59C9-744F-BBB0-7596A886A444}"/>
              </a:ext>
            </a:extLst>
          </p:cNvPr>
          <p:cNvGrpSpPr/>
          <p:nvPr/>
        </p:nvGrpSpPr>
        <p:grpSpPr>
          <a:xfrm>
            <a:off x="1" y="4162219"/>
            <a:ext cx="9537700" cy="136019"/>
            <a:chOff x="0" y="0"/>
            <a:chExt cx="6440716" cy="21907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2D5807-6094-A74F-A583-37707681F238}"/>
                </a:ext>
              </a:extLst>
            </p:cNvPr>
            <p:cNvSpPr/>
            <p:nvPr userDrawn="1"/>
          </p:nvSpPr>
          <p:spPr>
            <a:xfrm>
              <a:off x="0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2AC0A6-11AA-1643-B584-FA3B0CAB7FD1}"/>
                </a:ext>
              </a:extLst>
            </p:cNvPr>
            <p:cNvSpPr/>
            <p:nvPr userDrawn="1"/>
          </p:nvSpPr>
          <p:spPr>
            <a:xfrm>
              <a:off x="677183" y="0"/>
              <a:ext cx="440916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D1C83B3-F5EA-7342-8366-5B705ED088C0}"/>
                </a:ext>
              </a:extLst>
            </p:cNvPr>
            <p:cNvSpPr/>
            <p:nvPr userDrawn="1"/>
          </p:nvSpPr>
          <p:spPr>
            <a:xfrm>
              <a:off x="5086350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1402F45-EC26-AC44-912F-29D45102460F}"/>
                </a:ext>
              </a:extLst>
            </p:cNvPr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D2CA542-0ACF-8E44-A393-EDBE626E62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9"/>
          <a:stretch/>
        </p:blipFill>
        <p:spPr>
          <a:xfrm>
            <a:off x="10065488" y="316046"/>
            <a:ext cx="1561171" cy="7239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5B9345F-B06F-3347-AA35-6F429019D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621" y="392770"/>
            <a:ext cx="769868" cy="60314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638C04-6824-484E-8DA2-6FD6A1F942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90745" y="2545251"/>
            <a:ext cx="1794573" cy="1684977"/>
          </a:xfrm>
        </p:spPr>
        <p:txBody>
          <a:bodyPr anchor="b">
            <a:noAutofit/>
          </a:bodyPr>
          <a:lstStyle>
            <a:lvl1pPr marL="88900" indent="0" algn="r">
              <a:buNone/>
              <a:defRPr sz="4400" b="1">
                <a:solidFill>
                  <a:schemeClr val="accent5">
                    <a:lumMod val="75000"/>
                  </a:schemeClr>
                </a:solidFill>
              </a:defRPr>
            </a:lvl1pPr>
            <a:lvl2pPr marL="355600" indent="0">
              <a:buNone/>
              <a:defRPr/>
            </a:lvl2pPr>
            <a:lvl3pPr marL="660400" indent="0">
              <a:buNone/>
              <a:defRPr/>
            </a:lvl3pPr>
            <a:lvl4pPr marL="927100" indent="0">
              <a:buNone/>
              <a:defRPr/>
            </a:lvl4pPr>
            <a:lvl5pPr marL="1193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46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BE72281-87B4-0C43-BA70-DFF12AE01AAC}"/>
              </a:ext>
            </a:extLst>
          </p:cNvPr>
          <p:cNvSpPr/>
          <p:nvPr/>
        </p:nvSpPr>
        <p:spPr>
          <a:xfrm>
            <a:off x="1" y="663"/>
            <a:ext cx="12192000" cy="928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806" y="1566333"/>
            <a:ext cx="7839327" cy="24889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137ED02-5522-7247-87FF-BBF76ECEB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3829" y="4407677"/>
            <a:ext cx="7839327" cy="1466003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BAADB0-6983-A64C-A2B0-8C46AD205347}"/>
              </a:ext>
            </a:extLst>
          </p:cNvPr>
          <p:cNvGrpSpPr/>
          <p:nvPr/>
        </p:nvGrpSpPr>
        <p:grpSpPr>
          <a:xfrm>
            <a:off x="1" y="4162219"/>
            <a:ext cx="9537700" cy="136019"/>
            <a:chOff x="0" y="0"/>
            <a:chExt cx="6440716" cy="21907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6708EE-0523-3E4D-AB5D-A73BE69B72A7}"/>
                </a:ext>
              </a:extLst>
            </p:cNvPr>
            <p:cNvSpPr/>
            <p:nvPr userDrawn="1"/>
          </p:nvSpPr>
          <p:spPr>
            <a:xfrm>
              <a:off x="0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40872D-D8E0-394A-A853-9DBA2E3D839F}"/>
                </a:ext>
              </a:extLst>
            </p:cNvPr>
            <p:cNvSpPr/>
            <p:nvPr userDrawn="1"/>
          </p:nvSpPr>
          <p:spPr>
            <a:xfrm>
              <a:off x="677183" y="0"/>
              <a:ext cx="440916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D0038DE-67FA-DA4F-95B0-85CF8AEBBE75}"/>
                </a:ext>
              </a:extLst>
            </p:cNvPr>
            <p:cNvSpPr/>
            <p:nvPr userDrawn="1"/>
          </p:nvSpPr>
          <p:spPr>
            <a:xfrm>
              <a:off x="5086350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E33902A-4492-A744-B139-3EDC21B83D15}"/>
                </a:ext>
              </a:extLst>
            </p:cNvPr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3A28FD4-42C3-8841-93D2-838FCF6185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9"/>
          <a:stretch/>
        </p:blipFill>
        <p:spPr>
          <a:xfrm>
            <a:off x="10065488" y="316046"/>
            <a:ext cx="1561171" cy="7239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6B4DE2-FCA8-DF4D-9BF0-ABF9745D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621" y="392770"/>
            <a:ext cx="769868" cy="60314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2F02FED-24BD-8940-A52F-D9688D953ADA}"/>
              </a:ext>
            </a:extLst>
          </p:cNvPr>
          <p:cNvGrpSpPr/>
          <p:nvPr/>
        </p:nvGrpSpPr>
        <p:grpSpPr>
          <a:xfrm>
            <a:off x="10306051" y="5315076"/>
            <a:ext cx="1885949" cy="185613"/>
            <a:chOff x="0" y="0"/>
            <a:chExt cx="6440716" cy="2190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22F84B-6591-FC47-8145-F84DA3035FB3}"/>
                </a:ext>
              </a:extLst>
            </p:cNvPr>
            <p:cNvSpPr/>
            <p:nvPr userDrawn="1"/>
          </p:nvSpPr>
          <p:spPr>
            <a:xfrm>
              <a:off x="0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B2B746-45CC-274F-8943-D9458B336377}"/>
                </a:ext>
              </a:extLst>
            </p:cNvPr>
            <p:cNvSpPr/>
            <p:nvPr userDrawn="1"/>
          </p:nvSpPr>
          <p:spPr>
            <a:xfrm>
              <a:off x="677183" y="0"/>
              <a:ext cx="440916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533C26-1D18-C14E-962A-18E654F06F01}"/>
                </a:ext>
              </a:extLst>
            </p:cNvPr>
            <p:cNvSpPr/>
            <p:nvPr userDrawn="1"/>
          </p:nvSpPr>
          <p:spPr>
            <a:xfrm>
              <a:off x="5086350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10ED6D-44BD-6B42-A519-5431C5D33938}"/>
                </a:ext>
              </a:extLst>
            </p:cNvPr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B6D8917-2DA1-A149-AFFA-F7F2BB3589C8}"/>
              </a:ext>
            </a:extLst>
          </p:cNvPr>
          <p:cNvSpPr/>
          <p:nvPr/>
        </p:nvSpPr>
        <p:spPr>
          <a:xfrm>
            <a:off x="0" y="6343650"/>
            <a:ext cx="2152651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5117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8A1266-73E0-3D42-94DE-861F8DF4B0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3451" y="1114425"/>
            <a:ext cx="10372259" cy="4986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7E33E-9F98-F04C-8C8F-7EA3AA30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234" y="4765169"/>
            <a:ext cx="4456063" cy="1221293"/>
          </a:xfrm>
        </p:spPr>
        <p:txBody>
          <a:bodyPr anchor="b">
            <a:no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E86F6A-1727-424C-9624-CE0E25BB4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1681E-8E59-1043-BFF7-B33BAE29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905" y="6089539"/>
            <a:ext cx="727332" cy="577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21914-0016-884F-804E-BE642D0F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998368">
            <a:off x="10928450" y="5314689"/>
            <a:ext cx="353332" cy="49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9CFBCC-DEF2-BD41-8C49-808EE34F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78557">
            <a:off x="8718344" y="6015197"/>
            <a:ext cx="643118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9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81789"/>
            <a:ext cx="5181600" cy="49951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81789"/>
            <a:ext cx="5181600" cy="49951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2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13447"/>
            <a:ext cx="5181600" cy="486351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985814"/>
          </a:xfrm>
          <a:solidFill>
            <a:srgbClr val="0870C6"/>
          </a:solidFill>
        </p:spPr>
        <p:txBody>
          <a:bodyPr anchor="ctr"/>
          <a:lstStyle>
            <a:lvl1pPr marL="48600" indent="0" algn="ctr">
              <a:buNone/>
              <a:defRPr b="1">
                <a:solidFill>
                  <a:schemeClr val="bg1"/>
                </a:solidFill>
              </a:defRPr>
            </a:lvl1pPr>
            <a:lvl2pPr marL="505800" indent="0" algn="ctr">
              <a:buNone/>
              <a:defRPr b="1">
                <a:solidFill>
                  <a:schemeClr val="bg1"/>
                </a:solidFill>
              </a:defRPr>
            </a:lvl2pPr>
            <a:lvl3pPr marL="963000" indent="0" algn="ctr">
              <a:buNone/>
              <a:defRPr b="1">
                <a:solidFill>
                  <a:schemeClr val="bg1"/>
                </a:solidFill>
              </a:defRPr>
            </a:lvl3pPr>
            <a:lvl4pPr marL="1420200" indent="0" algn="ctr">
              <a:buNone/>
              <a:defRPr b="1">
                <a:solidFill>
                  <a:schemeClr val="bg1"/>
                </a:solidFill>
              </a:defRPr>
            </a:lvl4pPr>
            <a:lvl5pPr marL="1877400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06789F5-D923-7B42-AEA4-CDFEFBF7588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2998951"/>
            <a:ext cx="5181600" cy="985814"/>
          </a:xfrm>
          <a:solidFill>
            <a:srgbClr val="00B0F0"/>
          </a:solidFill>
        </p:spPr>
        <p:txBody>
          <a:bodyPr anchor="ctr"/>
          <a:lstStyle>
            <a:lvl1pPr marL="48600" indent="0" algn="ctr">
              <a:buNone/>
              <a:defRPr b="1">
                <a:solidFill>
                  <a:schemeClr val="bg1"/>
                </a:solidFill>
              </a:defRPr>
            </a:lvl1pPr>
            <a:lvl2pPr marL="505800" indent="0" algn="ctr">
              <a:buNone/>
              <a:defRPr b="1">
                <a:solidFill>
                  <a:schemeClr val="bg1"/>
                </a:solidFill>
              </a:defRPr>
            </a:lvl2pPr>
            <a:lvl3pPr marL="963000" indent="0" algn="ctr">
              <a:buNone/>
              <a:defRPr b="1">
                <a:solidFill>
                  <a:schemeClr val="bg1"/>
                </a:solidFill>
              </a:defRPr>
            </a:lvl3pPr>
            <a:lvl4pPr marL="1420200" indent="0" algn="ctr">
              <a:buNone/>
              <a:defRPr b="1">
                <a:solidFill>
                  <a:schemeClr val="bg1"/>
                </a:solidFill>
              </a:defRPr>
            </a:lvl4pPr>
            <a:lvl5pPr marL="1877400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BD2069E-EC40-C74F-B344-610BC0EF496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200" y="4156830"/>
            <a:ext cx="5181600" cy="985814"/>
          </a:xfrm>
          <a:solidFill>
            <a:srgbClr val="074F8B"/>
          </a:solidFill>
        </p:spPr>
        <p:txBody>
          <a:bodyPr anchor="ctr"/>
          <a:lstStyle>
            <a:lvl1pPr marL="48600" indent="0" algn="ctr">
              <a:buNone/>
              <a:defRPr b="1">
                <a:solidFill>
                  <a:schemeClr val="bg1"/>
                </a:solidFill>
              </a:defRPr>
            </a:lvl1pPr>
            <a:lvl2pPr marL="505800" indent="0" algn="ctr">
              <a:buNone/>
              <a:defRPr b="1">
                <a:solidFill>
                  <a:schemeClr val="bg1"/>
                </a:solidFill>
              </a:defRPr>
            </a:lvl2pPr>
            <a:lvl3pPr marL="963000" indent="0" algn="ctr">
              <a:buNone/>
              <a:defRPr b="1"/>
            </a:lvl3pPr>
            <a:lvl4pPr marL="1420200" indent="0" algn="ctr">
              <a:buNone/>
              <a:defRPr b="1"/>
            </a:lvl4pPr>
            <a:lvl5pPr marL="1877400" indent="0" algn="ctr">
              <a:buNone/>
              <a:defRPr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5E16C29-56EB-1448-813E-8B1BBC66221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68237" y="5260652"/>
            <a:ext cx="5181600" cy="985814"/>
          </a:xfrm>
          <a:solidFill>
            <a:srgbClr val="042E50"/>
          </a:solidFill>
        </p:spPr>
        <p:txBody>
          <a:bodyPr anchor="ctr"/>
          <a:lstStyle>
            <a:lvl1pPr marL="4860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505800" indent="0" algn="ctr">
              <a:buFontTx/>
              <a:buNone/>
              <a:defRPr b="1">
                <a:solidFill>
                  <a:schemeClr val="bg1"/>
                </a:solidFill>
              </a:defRPr>
            </a:lvl2pPr>
            <a:lvl3pPr marL="963000" indent="0" algn="ctr">
              <a:buFontTx/>
              <a:buNone/>
              <a:defRPr b="1">
                <a:solidFill>
                  <a:schemeClr val="bg1"/>
                </a:solidFill>
              </a:defRPr>
            </a:lvl3pPr>
            <a:lvl4pPr marL="1420200" indent="0" algn="ctr">
              <a:buFontTx/>
              <a:buNone/>
              <a:defRPr b="1">
                <a:solidFill>
                  <a:schemeClr val="bg1"/>
                </a:solidFill>
              </a:defRPr>
            </a:lvl4pPr>
            <a:lvl5pPr marL="1877400" indent="0" algn="ctr"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086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111" y="1407607"/>
            <a:ext cx="10402799" cy="4307393"/>
          </a:xfrm>
        </p:spPr>
        <p:txBody>
          <a:bodyPr>
            <a:normAutofit/>
          </a:bodyPr>
          <a:lstStyle>
            <a:lvl1pPr algn="ctr">
              <a:defRPr sz="8000" b="1" i="1">
                <a:solidFill>
                  <a:srgbClr val="00B0F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70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DE6DDA-9095-B847-9317-28E384755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088" y="2282825"/>
            <a:ext cx="2010237" cy="2317750"/>
          </a:xfrm>
        </p:spPr>
        <p:txBody>
          <a:bodyPr anchor="ctr"/>
          <a:lstStyle>
            <a:lvl1pPr marL="88900" indent="0" algn="ctr">
              <a:buNone/>
              <a:defRPr b="1">
                <a:solidFill>
                  <a:srgbClr val="0870C6"/>
                </a:solidFill>
              </a:defRPr>
            </a:lvl1pPr>
            <a:lvl2pPr marL="355600" indent="0">
              <a:buNone/>
              <a:defRPr b="1">
                <a:solidFill>
                  <a:srgbClr val="0870C6"/>
                </a:solidFill>
              </a:defRPr>
            </a:lvl2pPr>
            <a:lvl3pPr marL="660400" indent="0">
              <a:buNone/>
              <a:defRPr b="1">
                <a:solidFill>
                  <a:srgbClr val="0870C6"/>
                </a:solidFill>
              </a:defRPr>
            </a:lvl3pPr>
            <a:lvl4pPr marL="927100" indent="0">
              <a:buNone/>
              <a:defRPr b="1">
                <a:solidFill>
                  <a:srgbClr val="0870C6"/>
                </a:solidFill>
              </a:defRPr>
            </a:lvl4pPr>
            <a:lvl5pPr marL="1193800" indent="0">
              <a:buNone/>
              <a:defRPr b="1">
                <a:solidFill>
                  <a:srgbClr val="0870C6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2F01D2C-D7E0-A745-B26C-7FCA8A5F16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00488" y="2282825"/>
            <a:ext cx="2010237" cy="2317750"/>
          </a:xfrm>
        </p:spPr>
        <p:txBody>
          <a:bodyPr anchor="ctr"/>
          <a:lstStyle>
            <a:lvl1pPr marL="88900" indent="0" algn="ctr">
              <a:buNone/>
              <a:defRPr b="1">
                <a:solidFill>
                  <a:srgbClr val="0870C6"/>
                </a:solidFill>
              </a:defRPr>
            </a:lvl1pPr>
            <a:lvl2pPr marL="355600" indent="0">
              <a:buNone/>
              <a:defRPr b="1">
                <a:solidFill>
                  <a:srgbClr val="0870C6"/>
                </a:solidFill>
              </a:defRPr>
            </a:lvl2pPr>
            <a:lvl3pPr marL="660400" indent="0">
              <a:buNone/>
              <a:defRPr b="1">
                <a:solidFill>
                  <a:srgbClr val="0870C6"/>
                </a:solidFill>
              </a:defRPr>
            </a:lvl3pPr>
            <a:lvl4pPr marL="927100" indent="0">
              <a:buNone/>
              <a:defRPr b="1">
                <a:solidFill>
                  <a:srgbClr val="0870C6"/>
                </a:solidFill>
              </a:defRPr>
            </a:lvl4pPr>
            <a:lvl5pPr marL="1193800" indent="0">
              <a:buNone/>
              <a:defRPr b="1">
                <a:solidFill>
                  <a:srgbClr val="0870C6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B40EFE6-D837-3944-A484-C199FD110E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47980" y="2282825"/>
            <a:ext cx="2010237" cy="2317750"/>
          </a:xfrm>
        </p:spPr>
        <p:txBody>
          <a:bodyPr anchor="ctr"/>
          <a:lstStyle>
            <a:lvl1pPr marL="88900" indent="0" algn="ctr">
              <a:buNone/>
              <a:defRPr b="1">
                <a:solidFill>
                  <a:srgbClr val="0870C6"/>
                </a:solidFill>
              </a:defRPr>
            </a:lvl1pPr>
            <a:lvl2pPr marL="355600" indent="0">
              <a:buNone/>
              <a:defRPr b="1">
                <a:solidFill>
                  <a:srgbClr val="0870C6"/>
                </a:solidFill>
              </a:defRPr>
            </a:lvl2pPr>
            <a:lvl3pPr marL="660400" indent="0">
              <a:buNone/>
              <a:defRPr b="1">
                <a:solidFill>
                  <a:srgbClr val="0870C6"/>
                </a:solidFill>
              </a:defRPr>
            </a:lvl3pPr>
            <a:lvl4pPr marL="927100" indent="0">
              <a:buNone/>
              <a:defRPr b="1">
                <a:solidFill>
                  <a:srgbClr val="0870C6"/>
                </a:solidFill>
              </a:defRPr>
            </a:lvl4pPr>
            <a:lvl5pPr marL="1193800" indent="0">
              <a:buNone/>
              <a:defRPr b="1">
                <a:solidFill>
                  <a:srgbClr val="0870C6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A4D89AD-1799-E747-9AFD-09F9D110EB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95472" y="2282825"/>
            <a:ext cx="2010237" cy="2317750"/>
          </a:xfrm>
        </p:spPr>
        <p:txBody>
          <a:bodyPr anchor="ctr"/>
          <a:lstStyle>
            <a:lvl1pPr marL="88900" indent="0" algn="ctr">
              <a:buNone/>
              <a:defRPr b="1">
                <a:solidFill>
                  <a:srgbClr val="0870C6"/>
                </a:solidFill>
              </a:defRPr>
            </a:lvl1pPr>
            <a:lvl2pPr marL="355600" indent="0">
              <a:buNone/>
              <a:defRPr b="1">
                <a:solidFill>
                  <a:srgbClr val="0870C6"/>
                </a:solidFill>
              </a:defRPr>
            </a:lvl2pPr>
            <a:lvl3pPr marL="660400" indent="0">
              <a:buNone/>
              <a:defRPr b="1">
                <a:solidFill>
                  <a:srgbClr val="0870C6"/>
                </a:solidFill>
              </a:defRPr>
            </a:lvl3pPr>
            <a:lvl4pPr marL="927100" indent="0">
              <a:buNone/>
              <a:defRPr b="1">
                <a:solidFill>
                  <a:srgbClr val="0870C6"/>
                </a:solidFill>
              </a:defRPr>
            </a:lvl4pPr>
            <a:lvl5pPr marL="1193800" indent="0">
              <a:buNone/>
              <a:defRPr b="1">
                <a:solidFill>
                  <a:srgbClr val="0870C6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497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1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82401F-B065-9645-BB47-EE90412EC03B}"/>
              </a:ext>
            </a:extLst>
          </p:cNvPr>
          <p:cNvGrpSpPr/>
          <p:nvPr/>
        </p:nvGrpSpPr>
        <p:grpSpPr>
          <a:xfrm>
            <a:off x="2" y="1936017"/>
            <a:ext cx="3251199" cy="247647"/>
            <a:chOff x="-1" y="0"/>
            <a:chExt cx="6440717" cy="21907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58260F-BE65-B74A-BD0B-EB294F5B86B9}"/>
                </a:ext>
              </a:extLst>
            </p:cNvPr>
            <p:cNvSpPr/>
            <p:nvPr userDrawn="1"/>
          </p:nvSpPr>
          <p:spPr>
            <a:xfrm>
              <a:off x="-1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D7FBC6-0450-834B-952A-06D51D2BDCA7}"/>
                </a:ext>
              </a:extLst>
            </p:cNvPr>
            <p:cNvSpPr/>
            <p:nvPr userDrawn="1"/>
          </p:nvSpPr>
          <p:spPr>
            <a:xfrm>
              <a:off x="677182" y="0"/>
              <a:ext cx="4409168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F41730F-BA38-974C-803B-2EDB2EA675C2}"/>
                </a:ext>
              </a:extLst>
            </p:cNvPr>
            <p:cNvSpPr/>
            <p:nvPr userDrawn="1"/>
          </p:nvSpPr>
          <p:spPr>
            <a:xfrm>
              <a:off x="5086351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F6D3A6-7B57-034C-A5F5-DB266F39C379}"/>
                </a:ext>
              </a:extLst>
            </p:cNvPr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56" y="215901"/>
            <a:ext cx="3012545" cy="1751863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4C613A-5948-2B4D-A0DF-39DACAD66F69}"/>
              </a:ext>
            </a:extLst>
          </p:cNvPr>
          <p:cNvSpPr/>
          <p:nvPr/>
        </p:nvSpPr>
        <p:spPr>
          <a:xfrm>
            <a:off x="0" y="0"/>
            <a:ext cx="9668933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A8655D-73B3-7D4A-8E54-DC3AF5527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4382" y="1807424"/>
            <a:ext cx="8276703" cy="436477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3281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69" y="632213"/>
            <a:ext cx="6917279" cy="1720115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00B0F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4C613A-5948-2B4D-A0DF-39DACAD66F69}"/>
              </a:ext>
            </a:extLst>
          </p:cNvPr>
          <p:cNvSpPr/>
          <p:nvPr/>
        </p:nvSpPr>
        <p:spPr>
          <a:xfrm>
            <a:off x="0" y="0"/>
            <a:ext cx="9668933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A8655D-73B3-7D4A-8E54-DC3AF5527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492" y="2600325"/>
            <a:ext cx="10921592" cy="36290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82401F-B065-9645-BB47-EE90412EC03B}"/>
              </a:ext>
            </a:extLst>
          </p:cNvPr>
          <p:cNvGrpSpPr/>
          <p:nvPr/>
        </p:nvGrpSpPr>
        <p:grpSpPr>
          <a:xfrm>
            <a:off x="7600951" y="1936015"/>
            <a:ext cx="4591048" cy="249973"/>
            <a:chOff x="-1" y="0"/>
            <a:chExt cx="6440717" cy="21907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58260F-BE65-B74A-BD0B-EB294F5B86B9}"/>
                </a:ext>
              </a:extLst>
            </p:cNvPr>
            <p:cNvSpPr/>
            <p:nvPr userDrawn="1"/>
          </p:nvSpPr>
          <p:spPr>
            <a:xfrm>
              <a:off x="-1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D7FBC6-0450-834B-952A-06D51D2BDCA7}"/>
                </a:ext>
              </a:extLst>
            </p:cNvPr>
            <p:cNvSpPr/>
            <p:nvPr userDrawn="1"/>
          </p:nvSpPr>
          <p:spPr>
            <a:xfrm>
              <a:off x="677183" y="0"/>
              <a:ext cx="1452947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F41730F-BA38-974C-803B-2EDB2EA675C2}"/>
                </a:ext>
              </a:extLst>
            </p:cNvPr>
            <p:cNvSpPr/>
            <p:nvPr userDrawn="1"/>
          </p:nvSpPr>
          <p:spPr>
            <a:xfrm>
              <a:off x="2130133" y="0"/>
              <a:ext cx="677184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F6D3A6-7B57-034C-A5F5-DB266F39C379}"/>
                </a:ext>
              </a:extLst>
            </p:cNvPr>
            <p:cNvSpPr/>
            <p:nvPr userDrawn="1"/>
          </p:nvSpPr>
          <p:spPr>
            <a:xfrm>
              <a:off x="2807314" y="0"/>
              <a:ext cx="3633402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65491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96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904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57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781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553" y="64420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rgbClr val="042948"/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9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911" y="1280195"/>
            <a:ext cx="10402799" cy="4844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911" y="136021"/>
            <a:ext cx="10402799" cy="1045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5709" y="6499094"/>
            <a:ext cx="75732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51B442EF-6871-B840-8DD9-B711887BBE5A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" y="2"/>
            <a:ext cx="9537700" cy="136019"/>
            <a:chOff x="-1" y="0"/>
            <a:chExt cx="6440717" cy="219075"/>
          </a:xfrm>
        </p:grpSpPr>
        <p:sp>
          <p:nvSpPr>
            <p:cNvPr id="6" name="Rectangle 5"/>
            <p:cNvSpPr/>
            <p:nvPr userDrawn="1"/>
          </p:nvSpPr>
          <p:spPr>
            <a:xfrm>
              <a:off x="-1" y="0"/>
              <a:ext cx="677183" cy="2190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77182" y="0"/>
              <a:ext cx="4409168" cy="21907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5086351" y="0"/>
              <a:ext cx="677183" cy="219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763533" y="0"/>
              <a:ext cx="677183" cy="219075"/>
            </a:xfrm>
            <a:prstGeom prst="rect">
              <a:avLst/>
            </a:prstGeom>
            <a:solidFill>
              <a:srgbClr val="074F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80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EE00515-4B8C-154E-8FC5-64DD7490673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2086" y="6406001"/>
            <a:ext cx="1653423" cy="33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0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C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55600" indent="-266700" algn="l" defTabSz="914400" rtl="0" eaLnBrk="1" latinLnBrk="0" hangingPunct="1">
        <a:lnSpc>
          <a:spcPct val="100000"/>
        </a:lnSpc>
        <a:spcBef>
          <a:spcPts val="1500"/>
        </a:spcBef>
        <a:buClr>
          <a:srgbClr val="0070C0"/>
        </a:buClr>
        <a:buSzPct val="70000"/>
        <a:buFont typeface="Lucida Grande" panose="020B0600040502020204" pitchFamily="34" charset="0"/>
        <a:buChar char="▶"/>
        <a:tabLst/>
        <a:defRPr sz="2400" kern="1200">
          <a:solidFill>
            <a:schemeClr val="accent1">
              <a:lumMod val="7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571500" indent="-215900" algn="l" defTabSz="914400" rtl="0" eaLnBrk="1" latinLnBrk="0" hangingPunct="1">
        <a:lnSpc>
          <a:spcPct val="100000"/>
        </a:lnSpc>
        <a:spcBef>
          <a:spcPts val="1500"/>
        </a:spcBef>
        <a:buClr>
          <a:srgbClr val="00B0F0"/>
        </a:buClr>
        <a:buSzPct val="80000"/>
        <a:buFont typeface="Wingdings" panose="05000000000000000000" pitchFamily="2" charset="2"/>
        <a:buChar char="l"/>
        <a:tabLst/>
        <a:defRPr sz="2000" kern="1200">
          <a:solidFill>
            <a:schemeClr val="accent1">
              <a:lumMod val="75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927100" indent="-266700" algn="l" defTabSz="914400" rtl="0" eaLnBrk="1" latinLnBrk="0" hangingPunct="1">
        <a:lnSpc>
          <a:spcPct val="100000"/>
        </a:lnSpc>
        <a:spcBef>
          <a:spcPts val="1500"/>
        </a:spcBef>
        <a:buClr>
          <a:srgbClr val="0070C0"/>
        </a:buClr>
        <a:buFont typeface="Lucida Grande" panose="020B0600040502020204" pitchFamily="34" charset="0"/>
        <a:buChar char="◦"/>
        <a:tabLst/>
        <a:defRPr sz="1800" kern="1200">
          <a:solidFill>
            <a:schemeClr val="accent1">
              <a:lumMod val="7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193800" indent="-266700" algn="l" defTabSz="914400" rtl="0" eaLnBrk="1" latinLnBrk="0" hangingPunct="1">
        <a:lnSpc>
          <a:spcPct val="100000"/>
        </a:lnSpc>
        <a:spcBef>
          <a:spcPts val="1500"/>
        </a:spcBef>
        <a:buClr>
          <a:srgbClr val="0070C0"/>
        </a:buClr>
        <a:buFont typeface="Apple SD Gothic Neo Regular" panose="02000300000000000000" pitchFamily="2" charset="-127"/>
        <a:buChar char="◼"/>
        <a:tabLst/>
        <a:defRPr sz="1600" kern="1200">
          <a:solidFill>
            <a:schemeClr val="accent1">
              <a:lumMod val="7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1422400" indent="-228600" algn="l" defTabSz="914400" rtl="0" eaLnBrk="1" latinLnBrk="0" hangingPunct="1">
        <a:lnSpc>
          <a:spcPct val="100000"/>
        </a:lnSpc>
        <a:spcBef>
          <a:spcPts val="1500"/>
        </a:spcBef>
        <a:buClr>
          <a:srgbClr val="0070C0"/>
        </a:buClr>
        <a:buSzPct val="70000"/>
        <a:buFont typeface="Hiragino Sans W3" panose="020B0300000000000000" pitchFamily="34" charset="-128"/>
        <a:buChar char="▷"/>
        <a:tabLst/>
        <a:defRPr sz="1600" kern="1200">
          <a:solidFill>
            <a:schemeClr val="accent1">
              <a:lumMod val="7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Fix Race Condition in </a:t>
            </a:r>
            <a:r>
              <a:rPr lang="en-US" altLang="zh-HK" dirty="0" err="1"/>
              <a:t>lis</a:t>
            </a:r>
            <a:r>
              <a:rPr lang="en-US" altLang="zh-HK" dirty="0"/>
              <a:t>-</a:t>
            </a:r>
            <a:r>
              <a:rPr lang="en-US" altLang="zh-HK" dirty="0" err="1"/>
              <a:t>gcr</a:t>
            </a:r>
            <a:r>
              <a:rPr lang="en-US" altLang="zh-HK" dirty="0"/>
              <a:t>-order-</a:t>
            </a:r>
            <a:r>
              <a:rPr lang="en-US" altLang="zh-HK" dirty="0" err="1"/>
              <a:t>inf</a:t>
            </a:r>
            <a:r>
              <a:rPr lang="en-US" altLang="zh-HK" dirty="0"/>
              <a:t>-svc when Processing LOE_MESSAGE_QUEUE in Sender for Sending Messages to </a:t>
            </a:r>
            <a:r>
              <a:rPr lang="en-US" altLang="zh-HK" dirty="0" smtClean="0"/>
              <a:t>GCRS</a:t>
            </a:r>
            <a:r>
              <a:rPr lang="en-US" altLang="zh-HK" dirty="0" smtClean="0"/>
              <a:t> </a:t>
            </a:r>
            <a:r>
              <a:rPr lang="en-US" altLang="zh-HK" dirty="0" smtClean="0"/>
              <a:t>(</a:t>
            </a:r>
            <a:r>
              <a:rPr lang="en-US" altLang="zh-HK" dirty="0" smtClean="0"/>
              <a:t>LIS-10672)</a:t>
            </a:r>
            <a:r>
              <a:rPr lang="en-US" altLang="zh-HK" dirty="0" smtClean="0"/>
              <a:t/>
            </a:r>
            <a:br>
              <a:rPr lang="en-US" altLang="zh-HK" dirty="0" smtClean="0"/>
            </a:br>
            <a:r>
              <a:rPr lang="en-US" altLang="zh-HK" sz="1600" dirty="0" smtClean="0"/>
              <a:t>(</a:t>
            </a:r>
            <a:r>
              <a:rPr lang="en-US" altLang="zh-HK" sz="1600" dirty="0" err="1" smtClean="0"/>
              <a:t>lis</a:t>
            </a:r>
            <a:r>
              <a:rPr lang="en-US" altLang="zh-HK" sz="1600" dirty="0" smtClean="0"/>
              <a:t>-</a:t>
            </a:r>
            <a:r>
              <a:rPr lang="en-US" altLang="zh-HK" sz="1600" dirty="0" err="1" smtClean="0"/>
              <a:t>gcr</a:t>
            </a:r>
            <a:r>
              <a:rPr lang="en-US" altLang="zh-HK" sz="1600" dirty="0" smtClean="0"/>
              <a:t>-order-</a:t>
            </a:r>
            <a:r>
              <a:rPr lang="en-US" altLang="zh-HK" sz="1600" dirty="0" err="1" smtClean="0"/>
              <a:t>inf</a:t>
            </a:r>
            <a:r>
              <a:rPr lang="en-US" altLang="zh-HK" sz="1600" dirty="0" smtClean="0"/>
              <a:t>-svc)</a:t>
            </a:r>
            <a:endParaRPr lang="zh-HK" altLang="en-US" sz="16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HK" sz="1800" dirty="0" smtClean="0"/>
              <a:t>CP3</a:t>
            </a:r>
            <a:endParaRPr lang="en-US" altLang="zh-HK" sz="18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607891" y="4700307"/>
            <a:ext cx="6010739" cy="687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0B0F0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sz="1800" b="0" dirty="0" smtClean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en-US" altLang="zh-HK" sz="1800" b="0" baseline="30000" dirty="0" smtClean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US" altLang="zh-HK" sz="1800" b="0" dirty="0" smtClean="0">
                <a:solidFill>
                  <a:schemeClr val="bg2">
                    <a:lumMod val="50000"/>
                  </a:schemeClr>
                </a:solidFill>
              </a:rPr>
              <a:t> Jun </a:t>
            </a:r>
            <a:r>
              <a:rPr lang="en-US" altLang="zh-HK" sz="1800" b="0" dirty="0" smtClean="0">
                <a:solidFill>
                  <a:schemeClr val="bg2">
                    <a:lumMod val="50000"/>
                  </a:schemeClr>
                </a:solidFill>
              </a:rPr>
              <a:t>2026</a:t>
            </a:r>
            <a:endParaRPr lang="zh-HK" altLang="en-US" sz="18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43784" y="4963985"/>
            <a:ext cx="5608416" cy="419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0B0F0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sz="1400" b="0" dirty="0">
              <a:solidFill>
                <a:srgbClr val="002060"/>
              </a:solidFill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9515872" y="6483046"/>
            <a:ext cx="115212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E5441F5-87D3-4235-B43C-190E31333660}" type="slidenum">
              <a:rPr lang="zh-HK" altLang="en-US" sz="1200">
                <a:solidFill>
                  <a:prstClr val="black">
                    <a:tint val="75000"/>
                  </a:prstClr>
                </a:solidFill>
              </a:rPr>
              <a:pPr algn="r">
                <a:defRPr/>
              </a:pPr>
              <a:t>1</a:t>
            </a:fld>
            <a:endParaRPr lang="zh-HK" alt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4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Agenda</a:t>
            </a:r>
            <a:endParaRPr lang="en-US" altLang="zh-HK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HK" b="1" dirty="0" smtClean="0"/>
              <a:t>Background</a:t>
            </a:r>
          </a:p>
          <a:p>
            <a:r>
              <a:rPr lang="en-US" altLang="zh-HK" b="1" dirty="0" smtClean="0"/>
              <a:t>Design Review</a:t>
            </a:r>
            <a:endParaRPr lang="en-US" altLang="zh-HK" b="1" dirty="0" smtClean="0"/>
          </a:p>
        </p:txBody>
      </p:sp>
    </p:spTree>
    <p:extLst>
      <p:ext uri="{BB962C8B-B14F-4D97-AF65-F5344CB8AC3E}">
        <p14:creationId xmlns:p14="http://schemas.microsoft.com/office/powerpoint/2010/main" val="76374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Background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altLang="zh-HK" dirty="0" smtClean="0"/>
              <a:t>Same LOE_MESSAGE_QUEUE is processed by multiple transactions during high loading</a:t>
            </a:r>
          </a:p>
          <a:p>
            <a:pPr lvl="1"/>
            <a:r>
              <a:rPr lang="en-US" altLang="zh-HK" dirty="0" smtClean="0"/>
              <a:t>Common Scheduler is triggered per 30 seconds</a:t>
            </a:r>
          </a:p>
          <a:p>
            <a:pPr lvl="1"/>
            <a:r>
              <a:rPr lang="en-US" altLang="zh-HK" dirty="0" smtClean="0"/>
              <a:t>1</a:t>
            </a:r>
            <a:r>
              <a:rPr lang="en-US" altLang="zh-HK" baseline="30000" dirty="0" smtClean="0"/>
              <a:t>st</a:t>
            </a:r>
            <a:r>
              <a:rPr lang="en-US" altLang="zh-HK" dirty="0" smtClean="0"/>
              <a:t> Transaction starts</a:t>
            </a:r>
          </a:p>
          <a:p>
            <a:pPr lvl="2"/>
            <a:r>
              <a:rPr lang="en-US" altLang="zh-HK"/>
              <a:t>Retrieve OUTSTANDING messages again after </a:t>
            </a:r>
            <a:r>
              <a:rPr lang="en-US" altLang="zh-HK"/>
              <a:t>finishing </a:t>
            </a:r>
            <a:r>
              <a:rPr lang="en-US" altLang="zh-HK" smtClean="0"/>
              <a:t>batches</a:t>
            </a:r>
            <a:endParaRPr lang="en-US" altLang="zh-HK" dirty="0" smtClean="0"/>
          </a:p>
          <a:p>
            <a:pPr lvl="2"/>
            <a:r>
              <a:rPr lang="en-US" altLang="zh-HK" dirty="0" smtClean="0"/>
              <a:t>process more than 30 seconds due to high loading</a:t>
            </a:r>
          </a:p>
          <a:p>
            <a:pPr lvl="1"/>
            <a:r>
              <a:rPr lang="en-US" altLang="zh-HK" dirty="0" smtClean="0"/>
              <a:t>2</a:t>
            </a:r>
            <a:r>
              <a:rPr lang="en-US" altLang="zh-HK" baseline="30000" dirty="0" smtClean="0"/>
              <a:t>nd</a:t>
            </a:r>
            <a:r>
              <a:rPr lang="en-US" altLang="zh-HK" dirty="0" smtClean="0"/>
              <a:t> Transaction starts</a:t>
            </a:r>
          </a:p>
          <a:p>
            <a:pPr lvl="2"/>
            <a:r>
              <a:rPr lang="en-US" altLang="zh-HK" dirty="0" smtClean="0"/>
              <a:t>Pick up the same OUTSTANDING message with 1</a:t>
            </a:r>
            <a:r>
              <a:rPr lang="en-US" altLang="zh-HK" baseline="30000" dirty="0" smtClean="0"/>
              <a:t>st</a:t>
            </a:r>
            <a:r>
              <a:rPr lang="en-US" altLang="zh-HK" dirty="0" smtClean="0"/>
              <a:t> Transaction</a:t>
            </a:r>
          </a:p>
          <a:p>
            <a:pPr lvl="1"/>
            <a:r>
              <a:rPr lang="en-US" altLang="zh-HK" dirty="0" smtClean="0"/>
              <a:t>Same message is sent to GCRS repeated</a:t>
            </a:r>
          </a:p>
          <a:p>
            <a:pPr lvl="2"/>
            <a:r>
              <a:rPr lang="en-US" altLang="zh-HK" dirty="0" smtClean="0"/>
              <a:t>Status is updated to SUCCESS and then FAILED as a result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65221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Message Processing </a:t>
            </a:r>
            <a:r>
              <a:rPr lang="en-US" altLang="zh-HK" dirty="0" smtClean="0"/>
              <a:t>Mechanism</a:t>
            </a:r>
            <a:endParaRPr lang="en-US" altLang="zh-HK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HK" dirty="0" smtClean="0"/>
              <a:t>Retrieve OUTSTANDING, RETRY messages</a:t>
            </a:r>
          </a:p>
          <a:p>
            <a:pPr lvl="1"/>
            <a:r>
              <a:rPr lang="en-US" altLang="zh-HK" dirty="0" smtClean="0"/>
              <a:t>Send </a:t>
            </a:r>
            <a:r>
              <a:rPr lang="en-US" altLang="zh-HK" dirty="0" err="1" smtClean="0"/>
              <a:t>Hosp</a:t>
            </a:r>
            <a:r>
              <a:rPr lang="en-US" altLang="zh-HK" dirty="0" smtClean="0"/>
              <a:t> = &lt;Input </a:t>
            </a:r>
            <a:r>
              <a:rPr lang="en-US" altLang="zh-HK" dirty="0" err="1" smtClean="0"/>
              <a:t>Param</a:t>
            </a:r>
            <a:r>
              <a:rPr lang="en-US" altLang="zh-HK" dirty="0"/>
              <a:t> </a:t>
            </a:r>
            <a:r>
              <a:rPr lang="en-US" altLang="zh-HK" dirty="0" smtClean="0"/>
              <a:t>from </a:t>
            </a:r>
            <a:r>
              <a:rPr lang="en-US" altLang="zh-HK" dirty="0" err="1" smtClean="0"/>
              <a:t>lis</a:t>
            </a:r>
            <a:r>
              <a:rPr lang="en-US" altLang="zh-HK" dirty="0" smtClean="0"/>
              <a:t>-common-</a:t>
            </a:r>
            <a:r>
              <a:rPr lang="en-US" altLang="zh-HK" dirty="0" err="1" smtClean="0"/>
              <a:t>scheuduler</a:t>
            </a:r>
            <a:r>
              <a:rPr lang="en-US" altLang="zh-HK" dirty="0"/>
              <a:t>&gt;</a:t>
            </a:r>
            <a:endParaRPr lang="en-US" altLang="zh-HK" dirty="0" smtClean="0"/>
          </a:p>
          <a:p>
            <a:pPr lvl="1"/>
            <a:r>
              <a:rPr lang="en-US" altLang="zh-HK" dirty="0" smtClean="0"/>
              <a:t>Date Range = 1 month (Configurable)</a:t>
            </a:r>
          </a:p>
          <a:p>
            <a:pPr lvl="1"/>
            <a:r>
              <a:rPr lang="en-US" altLang="zh-HK" dirty="0" smtClean="0"/>
              <a:t>Page Size = 100 (Configurable)</a:t>
            </a:r>
          </a:p>
          <a:p>
            <a:pPr lvl="1"/>
            <a:r>
              <a:rPr lang="en-US" altLang="zh-HK" dirty="0" smtClean="0"/>
              <a:t>Sort by Create Date Time, Order No., Version No.</a:t>
            </a:r>
          </a:p>
          <a:p>
            <a:pPr lvl="1"/>
            <a:r>
              <a:rPr lang="en-US" altLang="zh-HK" b="1" dirty="0" smtClean="0"/>
              <a:t>Pessimistic Locking</a:t>
            </a:r>
          </a:p>
          <a:p>
            <a:r>
              <a:rPr lang="en-US" altLang="zh-HK" dirty="0" smtClean="0"/>
              <a:t>Update status to PROCESSING</a:t>
            </a:r>
            <a:endParaRPr lang="en-US" altLang="zh-HK" dirty="0"/>
          </a:p>
          <a:p>
            <a:pPr lvl="1"/>
            <a:r>
              <a:rPr lang="en-US" altLang="zh-HK" b="1" dirty="0" smtClean="0"/>
              <a:t>Commit to </a:t>
            </a:r>
            <a:r>
              <a:rPr lang="en-US" altLang="zh-HK" b="1" dirty="0" smtClean="0"/>
              <a:t>database</a:t>
            </a:r>
            <a:endParaRPr lang="en-US" altLang="zh-HK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316" y="6219"/>
            <a:ext cx="3112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2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 smtClean="0"/>
              <a:t>Message Processing Mechanism</a:t>
            </a:r>
            <a:endParaRPr lang="en-US" altLang="zh-HK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HK" dirty="0" smtClean="0"/>
              <a:t>Check previous version messages (if exists)</a:t>
            </a:r>
          </a:p>
          <a:p>
            <a:pPr lvl="1"/>
            <a:r>
              <a:rPr lang="en-US" altLang="zh-HK" dirty="0" smtClean="0"/>
              <a:t>Any PROCESSING, RETRY, FAILED, BLOCKED</a:t>
            </a:r>
          </a:p>
          <a:p>
            <a:pPr lvl="1"/>
            <a:r>
              <a:rPr lang="en-US" altLang="zh-HK" dirty="0" smtClean="0"/>
              <a:t>Update to BLOCKED if exists</a:t>
            </a:r>
          </a:p>
          <a:p>
            <a:r>
              <a:rPr lang="en-US" altLang="zh-HK" dirty="0" smtClean="0"/>
              <a:t>Prepare JSON message from LOE_MESSAGE_QUEUE</a:t>
            </a:r>
          </a:p>
          <a:p>
            <a:r>
              <a:rPr lang="en-US" altLang="zh-HK" dirty="0" smtClean="0"/>
              <a:t>Send message to GCRS</a:t>
            </a:r>
          </a:p>
          <a:p>
            <a:r>
              <a:rPr lang="en-US" altLang="zh-HK" dirty="0" smtClean="0"/>
              <a:t>Update LOE_MESSAGE_QUEUE</a:t>
            </a:r>
          </a:p>
          <a:p>
            <a:pPr lvl="1"/>
            <a:r>
              <a:rPr lang="en-US" altLang="zh-HK" dirty="0"/>
              <a:t>Update status to COMPLETED if success response</a:t>
            </a:r>
          </a:p>
          <a:p>
            <a:pPr lvl="1"/>
            <a:r>
              <a:rPr lang="en-US" altLang="zh-HK" dirty="0"/>
              <a:t>Update status to RETRY / FAILED if failure </a:t>
            </a:r>
            <a:r>
              <a:rPr lang="en-US" altLang="zh-HK" dirty="0" smtClean="0"/>
              <a:t>response</a:t>
            </a:r>
          </a:p>
          <a:p>
            <a:r>
              <a:rPr lang="en-US" altLang="zh-HK" b="1" dirty="0" smtClean="0"/>
              <a:t>Further retrieve OUTSTANDING messages</a:t>
            </a:r>
            <a:endParaRPr lang="en-US" altLang="zh-HK" b="1" dirty="0"/>
          </a:p>
          <a:p>
            <a:pPr marL="88900" indent="0">
              <a:buNone/>
            </a:pPr>
            <a:endParaRPr lang="zh-HK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316" y="6219"/>
            <a:ext cx="3112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0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087150"/>
            <a:ext cx="12192000" cy="785287"/>
          </a:xfrm>
        </p:spPr>
        <p:txBody>
          <a:bodyPr/>
          <a:lstStyle/>
          <a:p>
            <a:pPr algn="ctr"/>
            <a:r>
              <a:rPr lang="en-US" altLang="zh-HK" sz="4800" dirty="0" smtClean="0"/>
              <a:t>Q&amp;A</a:t>
            </a:r>
            <a:endParaRPr lang="zh-HK" alt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B442EF-6871-B840-8DD9-B711887BBE5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3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172607</TotalTime>
  <Words>212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Apple SD Gothic Neo Regular</vt:lpstr>
      <vt:lpstr>Hiragino Sans W3</vt:lpstr>
      <vt:lpstr>Lucida Grande</vt:lpstr>
      <vt:lpstr>新細明體</vt:lpstr>
      <vt:lpstr>Arial</vt:lpstr>
      <vt:lpstr>Calibri</vt:lpstr>
      <vt:lpstr>Century Gothic</vt:lpstr>
      <vt:lpstr>Wingdings</vt:lpstr>
      <vt:lpstr>4_Office Theme</vt:lpstr>
      <vt:lpstr>Fix Race Condition in lis-gcr-order-inf-svc when Processing LOE_MESSAGE_QUEUE in Sender for Sending Messages to GCRS (LIS-10672) (lis-gcr-order-inf-svc)</vt:lpstr>
      <vt:lpstr>Agenda</vt:lpstr>
      <vt:lpstr>Background</vt:lpstr>
      <vt:lpstr>Message Processing Mechanism</vt:lpstr>
      <vt:lpstr>Message Processing Mechanism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BSD Transformation</dc:title>
  <dc:creator>Windows User</dc:creator>
  <cp:lastModifiedBy>Windows User</cp:lastModifiedBy>
  <cp:revision>999</cp:revision>
  <cp:lastPrinted>2022-12-02T02:53:42Z</cp:lastPrinted>
  <dcterms:created xsi:type="dcterms:W3CDTF">2021-03-17T09:00:08Z</dcterms:created>
  <dcterms:modified xsi:type="dcterms:W3CDTF">2026-06-05T03:40:58Z</dcterms:modified>
</cp:coreProperties>
</file>