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closed on 10 Sep with Tony Chong as reviewer. Two changes since: no lab column on the map (14 Sep) and the sorter now comes in through HA APIM (15 Sep). The Change Request key still has to be created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time should go on the outcome flow and the sorter map. Those carry the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cannot call the staff register endpoint on its own, because the packing is built on the screen first. That is the whole reason for a new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 only runs the writes. Everything in the second column is what moves behind the new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service and no DDL on workbench. The staff click path stays as the fallback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tube with both local and send-out tests fails rather than splitting (D3). Relabel is never reported as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hosts and headers as the GCRS-LIS API specification v1.0, but a new APIM product. Business failure codes sit on data.code, never as an HTTP 4xx from 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sorter must never use the retrieve GET, because of the hard-coded user. Audit rows carry the map user and the workbench station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Rollback is DROP TABLE. Location, station name and printer stay on workbench, so they are not copied onto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late worksheet does not change a status already returned (D4). Print failure is an ALS warning,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sits outside the 4 second budget, which is why it runs after the response. PWH volumes are a later wave, not a v1 pass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Audit Trail filter shows SORT_* before the pilot, or staff cannot find the sorter's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 to D12 are answered by the requester. D13 is the only open design point; the other three are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not let middleware call the staff register; why hospital can be omitted; why mixed tubes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date is the end of promotion preparation. Submission is June and pilot July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11321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81862" y="2227517"/>
            <a:ext cx="301752" cy="1097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2486" y="2113217"/>
            <a:ext cx="9979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REVIEW  ·  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2478977"/>
            <a:ext cx="909828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Specimen Sorter API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58952" y="3216593"/>
            <a:ext cx="65836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middleware calls one POST on lis-crs-spec-ack-svc. It sends out or registers the tube by USID, with the checks and packing Specimen Acknowledgement runs today.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4315016"/>
            <a:ext cx="1633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525328"/>
            <a:ext cx="1633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48712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4744" y="4315016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04744" y="4525328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TMP-000 (key pending)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70704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6736" y="4315016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6736" y="4525328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May 2027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0696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6728" y="4315016"/>
            <a:ext cx="1252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6728" y="452532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approved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5488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4315016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51520" y="4525328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17380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3412" y="4315016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73412" y="4525328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Chong, CP3 panel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review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371600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1371600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147370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173888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clicks today, sorter calls tomorrow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2234184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2234184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2336292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2601468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Ack screen owns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096768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096768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3198876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change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346405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POST, four outcomes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3959352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3959352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4061460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contract and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432663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APIM call, sorter map, audit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4821936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344" y="4821936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1120" y="492404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and fallback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1120" y="5189220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Seed, deploy, pilot, roll back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09600" y="5684520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344" y="5684520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41120" y="578662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41120" y="605180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settle before SIT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01. 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 and click today. The sorter will call LIS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AS-IS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 and press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Specimen Acknowledgement in lab-crs-app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the label, then Send-out or Register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and packing: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the screen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TO-BE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240143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scans, LIS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middleware through HA APIM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 with the USID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on the same call, sorter bins the tube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02. EXISTING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Spec Ack screen owns validation and packing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004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Screen does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does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Sorter API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GCRS order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Scans USID, calls retrieve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retrieveGcrOrder (GET hard-codes ltc611)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as the mapped user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click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sendOutSpecimen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send-out path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 prompts, hard validator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Assumes checks passed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 to ALS, hard to Failure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Packing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Groups tests, request no., ward and doctor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register() needs the packing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Server-side convertor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Worksheet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Ro, staff pick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 print methods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 all, after 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PHLC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after register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createPhlcLabOrder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286000"/>
            <a:ext cx="1097280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03. 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POST, the screen logic behind it, one map table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/Users/dragonchong/Application/Obsidian/HA-Notes/LIS/skills/design-review-pptx/assets/icons/png/accent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44" y="3132296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7344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API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7344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/api/sorter/auto-register on lis-crs-spec-ack-svc. Staff /api/specack is unchanged.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00806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/Users/dragonchong/Application/Obsidian/HA-Notes/LIS/skills/design-review-pptx/assets/icons/png/accent/layer-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3132296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8550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 screen logic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638550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Retrieve, validation and packing run server-side, then the existing send-out, register, print and PHLC.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92012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/Users/dragonchong/Application/Obsidian/HA-Notes/LIS/skills/design-review-pptx/assets/icons/png/accent/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3132296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29756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map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29756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loe_specimen_sorter_map: sorter id to LIS user, hospital, server and workbench.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83218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3" descr="/Users/dragonchong/Application/Obsidian/HA-Notes/LIS/skills/design-review-pptx/assets/icons/png/accent/clipboar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962" y="3132296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0962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220962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SORT_* actions plus today's REG and SEND_OUT on LOE_AUDIT_TRAIL.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03A. OUTCOME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tube ends in one of four statuses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96596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USID + sorterId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55520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48712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90544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3152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3272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3544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6464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Relabel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296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904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31024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1296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24216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send-out?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66048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8656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18776" y="2359152"/>
            <a:ext cx="274320" cy="219456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9048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338816" y="1965960"/>
            <a:ext cx="1243584" cy="100584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48712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1592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1592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sorter, lab, mixed, hard check, 4422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5236464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9344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9344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Multi-group, suffix, DFT time flag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824216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7096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SEND_OUT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7096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send-out, no print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609600" y="5257800"/>
            <a:ext cx="10972800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920" y="5422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RETURNED ON DATA.STATUS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3920" y="5669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 | SEND_OUT | RELABEL | FAILURE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1624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200 on every decision. Soft alerts go to ALS, never the body.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04. API CONTRACT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Middleware calls through HA APIM with a gateway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096262"/>
            <a:ext cx="5870448" cy="3579876"/>
          </a:xfrm>
          <a:prstGeom prst="roundRect">
            <a:avLst>
              <a:gd name="adj" fmla="val 3065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31571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/api/sorter/auto-register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657088" y="231571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7344" y="2608326"/>
            <a:ext cx="5394960" cy="2884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"UC26CAB0079X"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"sorterId"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"UCH-SORTER-01"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"hospital"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"UCH"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"hkid"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"patientName"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 data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"REGISTERED"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"labCode"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"CPS"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"testCode"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"LFT"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781800" y="240372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0" descr="/Users/dragonchong/Application/Obsidian/HA-Notes/LIS/skills/design-review-pptx/assets/icons/png/accent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2968" y="2632329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93864" y="260489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Gateway headers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6982968" y="289750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x-gateway-apikey and x-ha-hospcode. No Hub JWT.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6781800" y="344385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/Users/dragonchong/Application/Obsidian/HA-Notes/LIS/skills/design-review-pptx/assets/icons/png/accent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968" y="3672459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93864" y="364502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Hospital is optional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6982968" y="393763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Omitted: loesort_hosp. Different from the map: Failure.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6781800" y="448398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2" descr="/Users/dragonchong/Application/Obsidian/HA-Notes/LIS/skills/design-review-pptx/assets/icons/png/accent/triangle-excla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968" y="4712589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93864" y="468515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Bin from data.status</a:t>
            </a:r>
            <a:endParaRPr lang="en-US" sz="1275" dirty="0"/>
          </a:p>
        </p:txBody>
      </p:sp>
      <p:sp>
        <p:nvSpPr>
          <p:cNvPr id="19" name="Text 14"/>
          <p:cNvSpPr/>
          <p:nvPr/>
        </p:nvSpPr>
        <p:spPr>
          <a:xfrm>
            <a:off x="6982968" y="497776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200 is not Registered. 500 means retry.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04A. SORTER IDENTITY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and workbench come from the sorter id, not a PC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0725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048637" y="317525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Login decides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LIS 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selectWorkbench by PC name or 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GET: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hard-codes user ltc611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20725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317525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id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loesort_usercode on the 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wkbh_id plus the order's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value, else loesort_hosp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04B. 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loe_specimen_sorter_map has no lab column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36776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loesort_key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key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loesort_sorter_id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VARCHAR2(64)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Sorter identifier, unique index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loesort_usercode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VARCHAR2(32)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Dedicated sorter LIS user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loesort_hosp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VARCHAR2(8)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Hospital when the request omits it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loesort_server_name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VARCHAR2(64)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to open LAB_DB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loesort_workbench_id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VARCHAR2(16)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Workbench, loaded with the order's lab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1636776"/>
            <a:ext cx="1097280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5111496"/>
            <a:ext cx="109728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920" y="5349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sorter, more than one lab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3920" y="567842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comes from the retrieved order. Seed one workbench row per lab; a missing row is Failure (D12).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04C. STATUS AND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REGISTERED prints, and only after the response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743200"/>
          <a:ext cx="10972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3566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Worksheet and PHLC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Sorter bin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request, SORT_REG and REG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worksheets, then PHLC, after return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In-house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SEND_OUT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Send-out, tracking, SORT_SO and SEND_OUT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RELABEL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SORT_RELABEL only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Spec Ack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FAILURE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SORT_FAIL with message code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Spec Ack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00" marR="14630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743200"/>
            <a:ext cx="109728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05. NON-FUNCTIONAL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synchronous call per tube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10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&lt; 4 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924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audit commit, print excluded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~20/min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5262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lab in v1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KTH/QEH and UCH volumes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72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6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CPS, HMS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2600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on the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600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APS, BBS and MBS return Failure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06. PROMOTION AND 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Seed the map, open the gateway path, pilot CPS and 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72011"/>
            <a:ext cx="5335524" cy="3028378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/Users/dragonchong/Application/Obsidian/HA-Notes/LIS/skills/design-review-pptx/assets/icons/png/success/cloud-arrow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2678335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680" y="2664619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094387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22248" y="3121819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sorter LIS user.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3920" y="3428429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22248" y="345586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a workbench row per lab.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83920" y="3762470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222248" y="3789902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map row, with no lab.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83920" y="4096512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222248" y="4123944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lis-crs-spec-ack-svc.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83920" y="4430554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222248" y="4457986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the APIM product and NetworkPolicy.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83920" y="4764595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222248" y="4792028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CPS and HMS.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6246876" y="2372011"/>
            <a:ext cx="5335524" cy="3028378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1" descr="/Users/dragonchong/Application/Obsidian/HA-Notes/LIS/skills/design-review-pptx/assets/icons/png/danger/rotat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96" y="2678335"/>
            <a:ext cx="265176" cy="2651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86956" y="2664619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21196" y="3094387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6859524" y="3121819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the middleware. Staff Spec Ack is unchanged.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6521196" y="3428429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6859524" y="345586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loe_specimen_sorter_map on full rollback.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6521196" y="3762470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6859524" y="3789902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conversion of historical requests.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07. OPEN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things to settle before SIT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09854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09854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228142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in-process retrieveGcrOrder need the lab before the USID lookup?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254203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D13. If yes, fix the retrieve, not the map.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302437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302437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320725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the APIM gateway key the only sorter credential for v1?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346786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 changed on 15 Sep.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95020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95020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413308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creates the Change Request key?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439369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 evidence has no ticket yet.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87603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487603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505891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2027 promotion window do we file under?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531952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and July 2027 are past the published calendar.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232" y="301428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37232" y="3361754"/>
            <a:ext cx="771753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3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7400" y="1523143"/>
            <a:ext cx="457200" cy="457200"/>
          </a:xfrm>
          <a:prstGeom prst="ellipse">
            <a:avLst/>
          </a:prstGeom>
          <a:solidFill>
            <a:srgbClr val="082F49"/>
          </a:solidFill>
          <a:ln w="12700">
            <a:solidFill>
              <a:srgbClr val="082F49"/>
            </a:solidFill>
            <a:prstDash val="solid"/>
          </a:ln>
        </p:spPr>
      </p:sp>
      <p:pic>
        <p:nvPicPr>
          <p:cNvPr id="3" name="Image 0" descr="/Users/dragonchong/Application/Obsidian/HA-Notes/LIS/skills/design-review-pptx/assets/icons/png/onDark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163744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600" y="2172367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52600" y="2501551"/>
            <a:ext cx="868680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completion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752600" y="3093244"/>
            <a:ext cx="8686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MAY 2027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2406396" y="3867817"/>
            <a:ext cx="73792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runs to 31 Dec 2026. Integration test starts January 2027.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200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REQUEST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200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key by hand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8056" y="4466177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4088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14088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D13 in the retrieve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33944" y="4466177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9976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 SEED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89976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user, workbench, map row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" y="6089904"/>
            <a:ext cx="1067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TMP-000   </a:t>
            </a:r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  ·  Specimen Sorter API  ·  ref SEM20260612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Sorter API</dc:title>
  <dc:subject>lis-crs-spec-ack-svc - one POST to send out or register a tube by USID</dc:subject>
  <dc:creator>Ka</dc:creator>
  <cp:lastModifiedBy>Ka</cp:lastModifiedBy>
  <cp:revision>1</cp:revision>
  <dcterms:created xsi:type="dcterms:W3CDTF">2026-09-15T13:40:39Z</dcterms:created>
  <dcterms:modified xsi:type="dcterms:W3CDTF">2026-09-15T13:40:39Z</dcterms:modified>
</cp:coreProperties>
</file>