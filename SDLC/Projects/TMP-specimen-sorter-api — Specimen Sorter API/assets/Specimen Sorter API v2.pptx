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closed on 10 Sep with Tony Chong as reviewer. Two changes since: no lab column on the map (14 Sep) and the sorter now comes in through HA APIM (15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of the time should go on the outcome flow and the sorter map. Those carry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the whole reason for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Everything in the second column is what moves behind the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The staff click path stays as the fallback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 (D3). Relabel is never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the map user and the workbench station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Rollback is DROP TABLE. Location, station name and printer stay on workbench, so they are not copied onto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late worksheet does not change a status already returned (D4). Print failure is an ALS warning, nothing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4 second budget, which is why it runs after the response. PWH volumes are a later wave, not a v1 pass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before the pilot, or staff cannot find the sorter's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D1 to D12 are answered by the requester. D13 is the only open design point; the other three are delivery.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can be omitted; why mixed tubes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date is the end of promotion preparation. Submission is June and pilot July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checks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1709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170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TMP-000 (key pending)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707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6736" y="4315016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126736" y="4525328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May 2027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30696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6728" y="4315016"/>
            <a:ext cx="1252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586728" y="4525328"/>
            <a:ext cx="1252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approved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95488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51520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351520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517380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73412" y="4315016"/>
            <a:ext cx="1709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773412" y="4525328"/>
            <a:ext cx="170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Chong, CP3 panel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47370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173888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clicks today, sorter calls tomorrow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336292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2601468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Spec Ack screen owns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198876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3464052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POST, four outcomes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061460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4326636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APIM call, sorter map, audit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1120" y="4924044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341120" y="5189220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Seed, deploy, pilot, roll back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41120" y="578662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questions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341120" y="605180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to settle before SIT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lab-crs-app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Checks and packing: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 the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HA APIM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 (GET hard-codes ltc611)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as the mapped user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Builds Ro,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print methods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one map table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13229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 /api/sorter/auto-register on lis-crs-spec-ack-svc. Staff /api/specack is unchanged.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13229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Retrieve, validation and packing run server-side, then the existing send-out, register, print and PHLC.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13229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map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loe_specimen_sorter_map: sorter id to LIS user, hospital, server and workbench.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13229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SORT_* actions plus today's REG and SEND_OUT on LOE_AUDIT_TRAIL.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33544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31592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831592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sorter, lab, mixed, hard check, 4422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19344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19344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Multi-group, suffix, DFT time flag</a:t>
            </a:r>
            <a:endParaRPr lang="en-US" sz="1125" dirty="0"/>
          </a:p>
        </p:txBody>
      </p:sp>
      <p:sp>
        <p:nvSpPr>
          <p:cNvPr id="28" name="Shape 26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07096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07096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send-out, no print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ON DATA.STATUS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096262"/>
            <a:ext cx="5870448" cy="3579876"/>
          </a:xfrm>
          <a:prstGeom prst="roundRect">
            <a:avLst>
              <a:gd name="adj" fmla="val 3065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31571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315718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608326"/>
            <a:ext cx="5394960" cy="2884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"UC26CAB0079X"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"UCH-SORTER-01"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"UCH"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 No Hub JWT.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is optional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Omitted: loesort_hosp. Different from the map: Failure.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Bin from data.status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the sorter id,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17525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 GET: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hard-codes user ltc611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317525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loesort_usercode on the map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wkbh_id plus the order's lab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value, else loesort_hosp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loe_specimen_sorter_map has no lab column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36776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6035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loesort_key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NUMBER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key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identifier, unique index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loesort_usercode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VARCHAR2(32)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Dedicated sorter LIS user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Hospital when the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loesort_server_name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 to open LAB_DB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loesort_workbench_id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VARCHAR2(16)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Workbench, loaded with the order's lab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63677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111496"/>
            <a:ext cx="1097280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3492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sorter, more than one lab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67842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comes from the retrieved order. Seed one workbench row per lab; a missing row is Failure (D12).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66160"/>
                <a:gridCol w="356616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 and 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request, SORT_REG and REG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worksheets, then PHLC, after return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tracking, SORT_SO and 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SORT_RELABEL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SORT_FAIL with message code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05. NON-FUNCTIONAL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synchronous call per tube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10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&lt; 4 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924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response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924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audit commit, print excluded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~20/min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45262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lab in v1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KTH/QEH and UCH volumes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72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686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CPS, HMS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2600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on the order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600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APS, BBS and MBS return Failure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the map, open the gateway path, pilot CPS and HMS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72011"/>
            <a:ext cx="5335524" cy="3028378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2678335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664619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094387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121819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the sorter LIS user.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42842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a workbench row per lab.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3762470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Insert the map row, with no lab.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096512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5" name="Text 12"/>
          <p:cNvSpPr/>
          <p:nvPr/>
        </p:nvSpPr>
        <p:spPr>
          <a:xfrm>
            <a:off x="883920" y="4430554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1222248" y="4457986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 APIM product and NetworkPolicy.</a:t>
            </a:r>
            <a:endParaRPr lang="en-US" sz="1125" dirty="0"/>
          </a:p>
        </p:txBody>
      </p:sp>
      <p:sp>
        <p:nvSpPr>
          <p:cNvPr id="17" name="Text 14"/>
          <p:cNvSpPr/>
          <p:nvPr/>
        </p:nvSpPr>
        <p:spPr>
          <a:xfrm>
            <a:off x="883920" y="4764595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75" dirty="0"/>
          </a:p>
        </p:txBody>
      </p:sp>
      <p:sp>
        <p:nvSpPr>
          <p:cNvPr id="18" name="Text 15"/>
          <p:cNvSpPr/>
          <p:nvPr/>
        </p:nvSpPr>
        <p:spPr>
          <a:xfrm>
            <a:off x="1222248" y="4792028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CPS and HMS.</a:t>
            </a:r>
            <a:endParaRPr lang="en-US" sz="1125" dirty="0"/>
          </a:p>
        </p:txBody>
      </p:sp>
      <p:sp>
        <p:nvSpPr>
          <p:cNvPr id="19" name="Shape 16"/>
          <p:cNvSpPr/>
          <p:nvPr/>
        </p:nvSpPr>
        <p:spPr>
          <a:xfrm>
            <a:off x="6246876" y="2372011"/>
            <a:ext cx="5335524" cy="3028378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0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2678335"/>
            <a:ext cx="265176" cy="26517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6886956" y="2664619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6521196" y="3094387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3121819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the middleware. Staff Spec Ack is unchanged.</a:t>
            </a:r>
            <a:endParaRPr lang="en-US" sz="1125" dirty="0"/>
          </a:p>
        </p:txBody>
      </p:sp>
      <p:sp>
        <p:nvSpPr>
          <p:cNvPr id="24" name="Text 20"/>
          <p:cNvSpPr/>
          <p:nvPr/>
        </p:nvSpPr>
        <p:spPr>
          <a:xfrm>
            <a:off x="6521196" y="342842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6859524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loe_specimen_sorter_map on full rollback.</a:t>
            </a:r>
            <a:endParaRPr lang="en-US" sz="1125" dirty="0"/>
          </a:p>
        </p:txBody>
      </p:sp>
      <p:sp>
        <p:nvSpPr>
          <p:cNvPr id="26" name="Text 22"/>
          <p:cNvSpPr/>
          <p:nvPr/>
        </p:nvSpPr>
        <p:spPr>
          <a:xfrm>
            <a:off x="6521196" y="3762470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7" name="Text 23"/>
          <p:cNvSpPr/>
          <p:nvPr/>
        </p:nvSpPr>
        <p:spPr>
          <a:xfrm>
            <a:off x="6859524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conversion of historical requests.</a:t>
            </a:r>
            <a:endParaRPr lang="en-US" sz="11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07. OPEN QUESTIONS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Four things to settle before SIT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09854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09854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228142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Does in-process retrieveGcrOrder need the lab before the USID lookup?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254203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D13. If yes, fix the retrieve, not the map.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302437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302437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320725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 the APIM gateway key the only sorter credential for v1?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346786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 changed on 15 Sep.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95020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95020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413308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creates the Change Request key?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439369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 evidence has no ticket yet.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487603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87603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505891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2027 promotion window do we file under?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531952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June and July 2027 are past the published calendar.</a:t>
            </a:r>
            <a:endParaRPr lang="en-US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67400" y="1523143"/>
            <a:ext cx="457200" cy="457200"/>
          </a:xfrm>
          <a:prstGeom prst="ellipse">
            <a:avLst/>
          </a:prstGeom>
          <a:solidFill>
            <a:srgbClr val="082F49"/>
          </a:solidFill>
          <a:ln w="12700">
            <a:solidFill>
              <a:srgbClr val="082F49"/>
            </a:solidFill>
            <a:prstDash val="solid"/>
          </a:ln>
        </p:spPr>
      </p:sp>
      <p:pic>
        <p:nvPicPr>
          <p:cNvPr id="3" name="Image 0" descr="D:\Github\HA-Notes\LIS\skills\design-review-pptx\assets\icons\png\onDark\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1700" y="1637443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52600" y="2172367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752600" y="2501551"/>
            <a:ext cx="86868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Target completion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1752600" y="3093244"/>
            <a:ext cx="86868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MAY 2027</a:t>
            </a:r>
            <a:endParaRPr lang="en-US" sz="3900" dirty="0"/>
          </a:p>
        </p:txBody>
      </p:sp>
      <p:sp>
        <p:nvSpPr>
          <p:cNvPr id="7" name="Text 4"/>
          <p:cNvSpPr/>
          <p:nvPr/>
        </p:nvSpPr>
        <p:spPr>
          <a:xfrm>
            <a:off x="2406396" y="3867817"/>
            <a:ext cx="737920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Development runs to 31 Dec 2026. Integration test starts January 2027.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38200" y="4466177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REQUEST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38200" y="4685633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the key by hand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58056" y="4466177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4088" y="4466177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WP1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514088" y="4685633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 D13 in the retrieve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33944" y="4466177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89976" y="4466177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 SEED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189976" y="4685633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user, workbench, map row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58952" y="6089904"/>
            <a:ext cx="1067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TMP-000   </a:t>
            </a:r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  ·  Specimen Sorter API  ·  ref SEM20260612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2026-09-21T01:33:37Z</dcterms:created>
  <dcterms:modified xsi:type="dcterms:W3CDTF">2026-09-21T01:33:37Z</dcterms:modified>
</cp:coreProperties>
</file>