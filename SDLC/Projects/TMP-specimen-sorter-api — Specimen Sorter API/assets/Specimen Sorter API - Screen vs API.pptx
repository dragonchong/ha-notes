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Walkthrough of what moves off the screen. Staff Specimen Acknowledgement stays the fallback for Relabel and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POST in order: retrieve, send-out or register packing, then print and PHLC only if Registered.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reuse the staff register endpoint. The sorter never calls the retrieve GET that hard-codes a demo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staff retrieve GET stays. The sorter must not call it. CPS and HMS only. DFT and STAR on those labs still retrieve.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the list the send-out test table if asked. Mixed is Failure so the sorter does not split one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already expects a packed request. That is why middleware cannot call the staff register endpoint as-is.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mixed change out loud. Staff can still click through that popup. The sorter cannot split the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half of the soft set from the confirmed requirement. Next slide has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Mixed is not here. The locked design made mixed a hard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auto-create an unmapped doctor or location. Soft set on the previous two slides is not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Partial DFT remainder is Relabel. DFT still uses Spec Ack register, not the DFT register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destination can follow request location when that Spec Ack option is on. Port the existing rule. Do not invent a new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three staff print services, in-process, no HTTP loopback. Registration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PHLC is already backend. The change is when it runs. Do not invent a new PHLC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latency split so print arguments do not reopen the 4 second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 TEAM   ·   11 SEP 2026   ·  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8595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Specimen Sorter API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vs the POST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42900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 Ack action today is a staff click. The sorter POST must do the same work, then return Registered, Send-out, Relabel, or Failure.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4892040"/>
            <a:ext cx="2788920" cy="868680"/>
          </a:xfrm>
          <a:prstGeom prst="roundRect">
            <a:avLst>
              <a:gd name="adj" fmla="val 4211"/>
            </a:avLst>
          </a:prstGeom>
          <a:solidFill>
            <a:srgbClr val="13525F"/>
          </a:solidFill>
          <a:ln w="12700">
            <a:solidFill>
              <a:srgbClr val="1352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50292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6968" y="52669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lis-crs-spec-ack-svc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4892040"/>
            <a:ext cx="2788920" cy="868680"/>
          </a:xfrm>
          <a:prstGeom prst="roundRect">
            <a:avLst>
              <a:gd name="adj" fmla="val 4211"/>
            </a:avLst>
          </a:prstGeom>
          <a:solidFill>
            <a:srgbClr val="13525F"/>
          </a:solidFill>
          <a:ln w="12700">
            <a:solidFill>
              <a:srgbClr val="1352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0208" y="50292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50208" y="52669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Sep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12280" y="4892040"/>
            <a:ext cx="2788920" cy="868680"/>
          </a:xfrm>
          <a:prstGeom prst="roundRect">
            <a:avLst>
              <a:gd name="adj" fmla="val 4211"/>
            </a:avLst>
          </a:prstGeom>
          <a:solidFill>
            <a:srgbClr val="13525F"/>
          </a:solidFill>
          <a:ln w="12700">
            <a:solidFill>
              <a:srgbClr val="1352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13448" y="5029200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13448" y="526694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580644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Presenters: Ka   ·   Reviewers: Tony Chong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6080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01 Requirement and 02 System Design  ·  staff path unchanged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slide per Spec Ack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560832"/>
          </a:xfrm>
          <a:prstGeom prst="roundRect">
            <a:avLst>
              <a:gd name="adj" fmla="val 6522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71472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1783080"/>
            <a:ext cx="999439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GCRS order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USID only, as the sorter user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53640"/>
            <a:ext cx="11091672" cy="560832"/>
          </a:xfrm>
          <a:prstGeom prst="roundRect">
            <a:avLst>
              <a:gd name="adj" fmla="val 6522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542032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3312" y="2453640"/>
            <a:ext cx="999439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Send-out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cluster list; mixed is Failure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24200"/>
            <a:ext cx="11091672" cy="560832"/>
          </a:xfrm>
          <a:prstGeom prst="roundRect">
            <a:avLst>
              <a:gd name="adj" fmla="val 6522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212592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124200"/>
            <a:ext cx="999439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checks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soft ALS; hard Failure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091672" cy="560832"/>
          </a:xfrm>
          <a:prstGeom prst="roundRect">
            <a:avLst>
              <a:gd name="adj" fmla="val 6522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883152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53312" y="3794760"/>
            <a:ext cx="999439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grouping and request no.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USID when eligible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465320"/>
            <a:ext cx="11091672" cy="560832"/>
          </a:xfrm>
          <a:prstGeom prst="roundRect">
            <a:avLst>
              <a:gd name="adj" fmla="val 6522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553712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465320"/>
            <a:ext cx="999439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and doctor mapping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unmapped stops the API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35880"/>
            <a:ext cx="11091672" cy="560832"/>
          </a:xfrm>
          <a:prstGeom prst="roundRect">
            <a:avLst>
              <a:gd name="adj" fmla="val 6522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5224272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53312" y="5135880"/>
            <a:ext cx="9994392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printing</a:t>
            </a:r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then PHLC, Registered only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keep the clicks. The POST owns the sorter.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sends a USID and sorter id. LIS returns the bin.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615184"/>
            <a:ext cx="3526536" cy="2258568"/>
          </a:xfrm>
          <a:prstGeom prst="roundRect">
            <a:avLst>
              <a:gd name="adj" fmla="val 1619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9776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73552"/>
            <a:ext cx="29778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12464"/>
            <a:ext cx="297789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scan, see alerts, then press Send-out or Register. Packing runs on the screen.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1208" y="2615184"/>
            <a:ext cx="3526536" cy="2258568"/>
          </a:xfrm>
          <a:prstGeom prst="roundRect">
            <a:avLst>
              <a:gd name="adj" fmla="val 1619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5528" y="2779776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05528" y="3273552"/>
            <a:ext cx="29778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5528" y="3712464"/>
            <a:ext cx="297789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call. Same retrieve, send-out, register, print, and PHLC writes. Soft text is not on the body.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13776" y="2615184"/>
            <a:ext cx="3526536" cy="2258568"/>
          </a:xfrm>
          <a:prstGeom prst="roundRect">
            <a:avLst>
              <a:gd name="adj" fmla="val 1619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8096" y="2779776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88096" y="3273552"/>
            <a:ext cx="29778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8096" y="3712464"/>
            <a:ext cx="297789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Relabel and Failure go back to staff Spec Ack. No new screen.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FAEEDB"/>
          </a:solidFill>
          <a:ln w="12700">
            <a:solidFill>
              <a:srgbClr val="FAEE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A5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goal: 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each action matches Spec Ack, except mixed send-out and the Relabel checkbox.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GCRS ORDER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Sorter lookup is USID only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or type, then retrieve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Staff enter specimen no., lab no., or order no.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Format, allowed hospital, and check digit run first.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Not found stops the screen (1336 / 1337 / 1338 / 1377).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SORTER 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19672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USID, as the mapped user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Body needs usid and sorterId. No order-no lookup.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 format rules. Miss is Failure. Wrong HKID or name is Failure.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In-process retrieve as the sorter user. APS / BBS / MBS is Failure.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FAEEDB"/>
          </a:solidFill>
          <a:ln w="12700">
            <a:solidFill>
              <a:srgbClr val="FAE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omitted on the POST comes from the sorter map and workbench.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SEND-OUT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send-out list decides, not a click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press Send-out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Staff choose Send-out after the order is on screen.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Backend acks Printed or Collected, writes tracking, writes SEND_OUT.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 test is send-out when its cluster code is on the list for that lab and hospital.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SORTER 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19672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list. No flag from the sorter.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Join the test to the send-out list for lab and hospital.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All on the list: existing send-out write, status SEND_OUT.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Local plus send-out on one USID: Failure. No worksheet. No PHLC.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FAEEDB"/>
          </a:solidFill>
          <a:ln w="12700">
            <a:solidFill>
              <a:srgbClr val="FAE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sorter does not send a send-out flag.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377440"/>
            <a:ext cx="10954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743200"/>
            <a:ext cx="10954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jobs sit in front of Register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109545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Checks. Test groups and request no. Ward and doctor mapping.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CHECKS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logs. Hard fails.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Popups on the screen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Soft alerts after retrieve. Staff can continue.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Hard checks before Register: mapping, datetime, test, specimen state.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Mixed local and send-out is a soft alert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SORTER 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19672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dialogue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Soft: ALS only. Not on the body. Not Relabel.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Hard: HTTP 200 and FAILURE, code on the audit remark.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Mixed is Failure. No Relabel checkbox. STAR with no location is 4422.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FAEEDB"/>
          </a:solidFill>
          <a:ln w="12700">
            <a:solidFill>
              <a:srgbClr val="FAE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time is server now. Missing collection date is soft. Do not invent a date.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CHECKS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alerts - logged, then continue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6536" cy="3108960"/>
          </a:xfrm>
          <a:prstGeom prst="roundRect">
            <a:avLst>
              <a:gd name="adj" fmla="val 1176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93392"/>
            <a:ext cx="384048" cy="384048"/>
          </a:xfrm>
          <a:prstGeom prst="ellipse">
            <a:avLst/>
          </a:prstGeom>
          <a:solidFill>
            <a:srgbClr val="56676C"/>
          </a:solidFill>
          <a:ln>
            <a:solidFill>
              <a:srgbClr val="56676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977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collection date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090672"/>
            <a:ext cx="297789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Proceed. Do not invent a date.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1208" y="1737360"/>
            <a:ext cx="3526536" cy="3108960"/>
          </a:xfrm>
          <a:prstGeom prst="roundRect">
            <a:avLst>
              <a:gd name="adj" fmla="val 1176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5528" y="1993392"/>
            <a:ext cx="384048" cy="384048"/>
          </a:xfrm>
          <a:prstGeom prst="ellipse">
            <a:avLst/>
          </a:prstGeom>
          <a:solidFill>
            <a:srgbClr val="56676C"/>
          </a:solidFill>
          <a:ln>
            <a:solidFill>
              <a:srgbClr val="56676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05528" y="2560320"/>
            <a:ext cx="2977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Overnight specimen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5528" y="3090672"/>
            <a:ext cx="297789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overnight window as Spec Ack. ALS only.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3776" y="1737360"/>
            <a:ext cx="3526536" cy="3108960"/>
          </a:xfrm>
          <a:prstGeom prst="roundRect">
            <a:avLst>
              <a:gd name="adj" fmla="val 1176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8096" y="1993392"/>
            <a:ext cx="384048" cy="384048"/>
          </a:xfrm>
          <a:prstGeom prst="ellipse">
            <a:avLst/>
          </a:prstGeom>
          <a:solidFill>
            <a:srgbClr val="56676C"/>
          </a:solidFill>
          <a:ln>
            <a:solidFill>
              <a:srgbClr val="56676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88096" y="2560320"/>
            <a:ext cx="2977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period / sex-age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88096" y="3090672"/>
            <a:ext cx="297789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validity and valid-period warnings. ALS only.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CHECKS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alerts - the rest of the 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6536" cy="3108960"/>
          </a:xfrm>
          <a:prstGeom prst="roundRect">
            <a:avLst>
              <a:gd name="adj" fmla="val 1176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93392"/>
            <a:ext cx="384048" cy="384048"/>
          </a:xfrm>
          <a:prstGeom prst="ellipse">
            <a:avLst/>
          </a:prstGeom>
          <a:solidFill>
            <a:srgbClr val="56676C"/>
          </a:solidFill>
          <a:ln>
            <a:solidFill>
              <a:srgbClr val="56676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977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/ A-A-R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090672"/>
            <a:ext cx="297789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Duplicate-reason and A-A-R-not-ready. ALS only. AAR stays off.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1208" y="1737360"/>
            <a:ext cx="3526536" cy="3108960"/>
          </a:xfrm>
          <a:prstGeom prst="roundRect">
            <a:avLst>
              <a:gd name="adj" fmla="val 1176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5528" y="1993392"/>
            <a:ext cx="384048" cy="384048"/>
          </a:xfrm>
          <a:prstGeom prst="ellipse">
            <a:avLst/>
          </a:prstGeom>
          <a:solidFill>
            <a:srgbClr val="56676C"/>
          </a:solidFill>
          <a:ln>
            <a:solidFill>
              <a:srgbClr val="56676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05528" y="2560320"/>
            <a:ext cx="2977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tag / private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5528" y="3090672"/>
            <a:ext cx="297789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patient and patient-tag alerts. ALS only.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3776" y="1737360"/>
            <a:ext cx="3526536" cy="3108960"/>
          </a:xfrm>
          <a:prstGeom prst="roundRect">
            <a:avLst>
              <a:gd name="adj" fmla="val 1176"/>
            </a:avLst>
          </a:prstGeom>
          <a:solidFill>
            <a:srgbClr val="FAEEDB"/>
          </a:solidFill>
          <a:ln w="12700">
            <a:solidFill>
              <a:srgbClr val="FAE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8096" y="1993392"/>
            <a:ext cx="384048" cy="384048"/>
          </a:xfrm>
          <a:prstGeom prst="ellipse">
            <a:avLst/>
          </a:prstGeom>
          <a:solidFill>
            <a:srgbClr val="9A5C15"/>
          </a:solidFill>
          <a:ln>
            <a:solidFill>
              <a:srgbClr val="9A5C15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88096" y="2560320"/>
            <a:ext cx="2977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unbox alert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88096" y="3090672"/>
            <a:ext cx="297789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Boxed warning is ALS. No workbench location is Failure 4422, not this card.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FAEEDB"/>
          </a:solidFill>
          <a:ln w="12700">
            <a:solidFill>
              <a:srgbClr val="FAEE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BBS blood / category / T&amp;S alerts stay on staff Spec Ack. BBS is out of v1.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CHECKS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checks that return Failure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6536" cy="3108960"/>
          </a:xfrm>
          <a:prstGeom prst="roundRect">
            <a:avLst>
              <a:gd name="adj" fmla="val 1176"/>
            </a:avLst>
          </a:prstGeom>
          <a:solidFill>
            <a:srgbClr val="F7E7E4"/>
          </a:solidFill>
          <a:ln w="12700">
            <a:solidFill>
              <a:srgbClr val="F7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93392"/>
            <a:ext cx="384048" cy="384048"/>
          </a:xfrm>
          <a:prstGeom prst="ellipse">
            <a:avLst/>
          </a:prstGeom>
          <a:solidFill>
            <a:srgbClr val="A8443A"/>
          </a:solidFill>
          <a:ln>
            <a:solidFill>
              <a:srgbClr val="A8443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977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4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1162-1170, 1090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77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Unmapped ward / doctor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456432"/>
            <a:ext cx="29778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Doctor, location, specialty, report dest, or report copy has no LIS id.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1208" y="1737360"/>
            <a:ext cx="3526536" cy="3108960"/>
          </a:xfrm>
          <a:prstGeom prst="roundRect">
            <a:avLst>
              <a:gd name="adj" fmla="val 1176"/>
            </a:avLst>
          </a:prstGeom>
          <a:solidFill>
            <a:srgbClr val="F7E7E4"/>
          </a:solidFill>
          <a:ln w="12700">
            <a:solidFill>
              <a:srgbClr val="F7E7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5528" y="1993392"/>
            <a:ext cx="384048" cy="384048"/>
          </a:xfrm>
          <a:prstGeom prst="ellipse">
            <a:avLst/>
          </a:prstGeom>
          <a:solidFill>
            <a:srgbClr val="A8443A"/>
          </a:solidFill>
          <a:ln>
            <a:solidFill>
              <a:srgbClr val="A8443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05528" y="2560320"/>
            <a:ext cx="2977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4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05528" y="2926080"/>
            <a:ext cx="2977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Datetime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05528" y="3456432"/>
            <a:ext cx="29778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before DOB. Ack before collection or request. Ack in the future.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13776" y="1737360"/>
            <a:ext cx="3526536" cy="3108960"/>
          </a:xfrm>
          <a:prstGeom prst="roundRect">
            <a:avLst>
              <a:gd name="adj" fmla="val 1176"/>
            </a:avLst>
          </a:prstGeom>
          <a:solidFill>
            <a:srgbClr val="F7E7E4"/>
          </a:solidFill>
          <a:ln w="12700">
            <a:solidFill>
              <a:srgbClr val="F7E7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8096" y="1993392"/>
            <a:ext cx="384048" cy="384048"/>
          </a:xfrm>
          <a:prstGeom prst="ellipse">
            <a:avLst/>
          </a:prstGeom>
          <a:solidFill>
            <a:srgbClr val="A8443A"/>
          </a:solidFill>
          <a:ln>
            <a:solidFill>
              <a:srgbClr val="A8443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8096" y="2560320"/>
            <a:ext cx="2977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4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4422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88096" y="2926080"/>
            <a:ext cx="297789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/ mixed / empty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88096" y="3456432"/>
            <a:ext cx="297789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workbench location. Local plus send-out. Already used, all registered, all deleted, rejected.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FAEEDB"/>
          </a:solidFill>
          <a:ln w="12700">
            <a:solidFill>
              <a:srgbClr val="FAEE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Failure: missing test dictionary, HKID or name mismatch, APS / BBS / MBS, unknown sorter id.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GROUPING AND REQUEST NO.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USID is the request no. only when eligible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groups, then assigns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Tests are grouped before Register. Each group needs a request no.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USID can be the request no. when the screen says it is eligible.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Staff can tick Relabel. Multi-group, multi-specimen, suffix not 0, or force: no USID.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SORTER 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19672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grouping. No checkbox.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 Relabel rules, without a user tick.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One group, one specimen, suffix 0, not force: request no. = USID.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Else Relabel. No lab request. No invented number. No caller-assigned request no.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FAEEDB"/>
          </a:solidFill>
          <a:ln w="12700">
            <a:solidFill>
              <a:srgbClr val="FAE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Relabel is its own status. Not Failure. Not Registered.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AND DOCTOR MAPPING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missing map stops the POST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Map, then popup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Doctor, location, specialty, report dest, and report copy come from dictionary.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Unmapped codes block Register.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Staff can create a doctor when dictionary allows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SORTER 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19672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map. No create.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 five mappings go onto the packed register call.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Any miss is Failure, same message codes as Spec Ack.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 not auto-create a doctor or location. Send the tube to staff.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FAEEDB"/>
          </a:solidFill>
          <a:ln w="12700">
            <a:solidFill>
              <a:srgbClr val="FAE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compare workbench lab to the order test lab.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PRINTING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all after Registered, not before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print after Register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Staff can print GCRS, send-out, and SH worksheets after register.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If more than one worksheet, staff pick.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Labels can also print on the staff path.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SORTER 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19672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all, after the HTTP return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Return REGISTERED first. Then print every worksheet Spec Ack would. No picker.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Send-out, Relabel, and Failure print nothing. No labels.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Late worksheet is allowed. Print fail is ALS. Status stays Registered.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FAEEDB"/>
          </a:solidFill>
          <a:ln w="12700">
            <a:solidFill>
              <a:srgbClr val="FAE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under 4 seconds is retrieve plus send-out or register. Print is off that clock.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PHLC ELECTRONIC ORDER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PHLC after Registered, after return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F1F3F3"/>
          </a:solidFill>
          <a:ln w="12700">
            <a:solidFill>
              <a:srgbClr val="F1F3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calls PHLC after register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Spec Ack creates a PHLC order when the lab option is on.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Destination must match the existing PHLC rule.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Staff wait on the screen for that call.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394960" cy="3063240"/>
          </a:xfrm>
          <a:prstGeom prst="roundRect">
            <a:avLst>
              <a:gd name="adj" fmla="val 1194"/>
            </a:avLst>
          </a:prstGeom>
          <a:solidFill>
            <a:srgbClr val="E4F0F2"/>
          </a:solidFill>
          <a:ln w="12700">
            <a:solidFill>
              <a:srgbClr val="E4F0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956816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B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SORTER POST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19672" y="22677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8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create. Sorter does not wait.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19672" y="2816352"/>
            <a:ext cx="4846320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 PHLC create, in-process, after REGISTERED is already back.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Only when Spec Ack would send. Send-out, Relabel, and Failure skip it.</a:t>
            </a:r>
            <a:endParaRPr lang="en-US" sz="13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PHLC fail is ALS. Sorter status stays Registered.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4211"/>
            </a:avLst>
          </a:prstGeom>
          <a:solidFill>
            <a:srgbClr val="FAEEDB"/>
          </a:solidFill>
          <a:ln w="12700">
            <a:solidFill>
              <a:srgbClr val="FAEE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512064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8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on the sorter path. Worksheet and PHLC never run on Send-out.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6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POST. Four bins.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5486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200" dirty="0">
                <a:solidFill>
                  <a:srgbClr val="C87F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P95 &lt; 4 S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plus send-out or register. Print and PHLC after the status is already back.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234440"/>
            <a:ext cx="5239512" cy="1143000"/>
          </a:xfrm>
          <a:prstGeom prst="roundRect">
            <a:avLst>
              <a:gd name="adj" fmla="val 3200"/>
            </a:avLst>
          </a:prstGeom>
          <a:solidFill>
            <a:srgbClr val="13525F"/>
          </a:solidFill>
          <a:ln w="12700">
            <a:solidFill>
              <a:srgbClr val="1352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609344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0" y="143560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staff path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23760" y="17647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Ack retrieve, Send-out, and Register stay. Relabel and Failure go there.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606040"/>
            <a:ext cx="5239512" cy="1143000"/>
          </a:xfrm>
          <a:prstGeom prst="roundRect">
            <a:avLst>
              <a:gd name="adj" fmla="val 3200"/>
            </a:avLst>
          </a:prstGeom>
          <a:solidFill>
            <a:srgbClr val="13525F"/>
          </a:solidFill>
          <a:ln w="12700">
            <a:solidFill>
              <a:srgbClr val="1352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980944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80720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three register jobs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31363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grouping and request no., ward and doctor. Then the existing register write.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3977640"/>
            <a:ext cx="5239512" cy="1143000"/>
          </a:xfrm>
          <a:prstGeom prst="roundRect">
            <a:avLst>
              <a:gd name="adj" fmla="val 3200"/>
            </a:avLst>
          </a:prstGeom>
          <a:solidFill>
            <a:srgbClr val="13525F"/>
          </a:solidFill>
          <a:ln w="12700">
            <a:solidFill>
              <a:srgbClr val="1352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4352544"/>
            <a:ext cx="384048" cy="384048"/>
          </a:xfrm>
          <a:prstGeom prst="ellipse">
            <a:avLst/>
          </a:prstGeom>
          <a:solidFill>
            <a:srgbClr val="0B6E7F"/>
          </a:solidFill>
          <a:ln>
            <a:solidFill>
              <a:srgbClr val="0B6E7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3760" y="417880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only when Registered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223760" y="450799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worksheets, then PHLC, after HTTP return. No labels.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4224528"/>
            <a:ext cx="5120640" cy="1234440"/>
          </a:xfrm>
          <a:prstGeom prst="roundRect">
            <a:avLst>
              <a:gd name="adj" fmla="val 2963"/>
            </a:avLst>
          </a:prstGeom>
          <a:solidFill>
            <a:srgbClr val="13525F"/>
          </a:solidFill>
          <a:ln w="12700">
            <a:solidFill>
              <a:srgbClr val="1352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40740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lis-crs-spec-ack-svc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800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Specimen Sorter API  ·  11 Sep 2026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405872" y="61447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Hospital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Specimen Sorter API - Screen vs API</dc:title>
  <dc:subject>Manual Spec Ack actions versus the sorter POST</dc:subject>
  <dc:creator>LIS Team</dc:creator>
  <cp:lastModifiedBy>LIS Team</cp:lastModifiedBy>
  <cp:revision>1</cp:revision>
  <dcterms:created xsi:type="dcterms:W3CDTF">2026-09-11T01:49:53Z</dcterms:created>
  <dcterms:modified xsi:type="dcterms:W3CDTF">2026-09-11T01:49:53Z</dcterms:modified>
</cp:coreProperties>
</file>