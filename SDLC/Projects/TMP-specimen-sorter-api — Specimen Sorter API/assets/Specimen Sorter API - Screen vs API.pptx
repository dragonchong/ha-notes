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walkthrough of what moves off the screen, not a CP3 recap. Staff Specimen Acknowledgement stays as the fallback for Relabel and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 as the POST does: retrieve, then send-out or register packing, then print and PHLC only if Registered.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reuse the staff register endpoint. The sorter never calls the retrieve GET that hard-codes a demo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that the GET retrieve stays for staff. The sorter must not call it. CPS and HMS only in v1.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list as the send-out test table if asked, not as a Flex routine. Audit will add SORT_SO beside the existing SEND_OUT write in a later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 on the service already expects a packed request. That is why middleware cannot call the staff register endpoint as-is.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mixed-path change is the one to say out loud. Staff can still proceed after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R6 soft set. Mixed is not on this slide because the locked design made it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rows, then the takeaway for test-dict and identity mismatch. Do not auto-create an unmapped doctor or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 as well. DFT still uses Spec Ack register later,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The convertor already does that; the API ports it, it does not invent a new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 A send-out form after local register is still a worksheet on that path, not a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 today. The change is when it runs and that the sorter does not wait.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latency split so print arguments do not reopen the 4 second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 TEAM   ·   11 SEP 2026   ·   WALKTHROUGH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Specimen Sorter API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vs the POST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 Ack action today is a staff click. The sorter POST must do the same work, then return Registered, Send-out, Relabel, or Failure.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788920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749040" y="4892040"/>
            <a:ext cx="2788920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50208" y="502920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950208" y="526694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12280" y="4892040"/>
            <a:ext cx="2788920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13448" y="502920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013448" y="526694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01 Requirement and 02 System Design  ·  staff path unchanged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slide per Spec Ack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560832"/>
          </a:xfrm>
          <a:prstGeom prst="roundRect">
            <a:avLst>
              <a:gd name="adj" fmla="val 652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7147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1783080"/>
            <a:ext cx="999439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GCRS order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USID only, as the sorter user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53640"/>
            <a:ext cx="11091672" cy="560832"/>
          </a:xfrm>
          <a:prstGeom prst="roundRect">
            <a:avLst>
              <a:gd name="adj" fmla="val 652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54203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53312" y="2453640"/>
            <a:ext cx="999439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cluster list; mixed is Failure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24200"/>
            <a:ext cx="11091672" cy="560832"/>
          </a:xfrm>
          <a:prstGeom prst="roundRect">
            <a:avLst>
              <a:gd name="adj" fmla="val 652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125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124200"/>
            <a:ext cx="999439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checks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soft ALS; hard Failure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091672" cy="560832"/>
          </a:xfrm>
          <a:prstGeom prst="roundRect">
            <a:avLst>
              <a:gd name="adj" fmla="val 652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388315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53312" y="3794760"/>
            <a:ext cx="999439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grouping and request no.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USID when eligible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465320"/>
            <a:ext cx="11091672" cy="560832"/>
          </a:xfrm>
          <a:prstGeom prst="roundRect">
            <a:avLst>
              <a:gd name="adj" fmla="val 652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455371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465320"/>
            <a:ext cx="999439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and doctor mapping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unmapped stops the API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135880"/>
            <a:ext cx="11091672" cy="560832"/>
          </a:xfrm>
          <a:prstGeom prst="roundRect">
            <a:avLst>
              <a:gd name="adj" fmla="val 652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522427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53312" y="5135880"/>
            <a:ext cx="999439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 printing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Registered only, after return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 still owns the click path. The POST owns the sorter path.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Middleware sends a USID and sorter id. LIS decides the bin. Staff Spec Ack does not change.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615184"/>
            <a:ext cx="3526536" cy="2258568"/>
          </a:xfrm>
          <a:prstGeom prst="roundRect">
            <a:avLst>
              <a:gd name="adj" fmla="val 1619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79776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273552"/>
            <a:ext cx="29778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712464"/>
            <a:ext cx="2977896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scan, see alerts, press Send-out or Register. Packing and checks run on the screen first.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1208" y="2615184"/>
            <a:ext cx="3526536" cy="2258568"/>
          </a:xfrm>
          <a:prstGeom prst="roundRect">
            <a:avLst>
              <a:gd name="adj" fmla="val 1619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5528" y="2779776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05528" y="3273552"/>
            <a:ext cx="29778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05528" y="3712464"/>
            <a:ext cx="2977896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on the Spec Ack service. Same retrieve, send-out, register, print, and PHLC writes. Soft text stays off the body.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13776" y="2615184"/>
            <a:ext cx="3526536" cy="2258568"/>
          </a:xfrm>
          <a:prstGeom prst="roundRect">
            <a:avLst>
              <a:gd name="adj" fmla="val 1619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8096" y="2779776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88096" y="3273552"/>
            <a:ext cx="29778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8096" y="3712464"/>
            <a:ext cx="2977896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 and Failure bins go back to staff Spec Ack. No new screen.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goal: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each action below matches today's Spec Ack rule, except mixed send-out and the staff checkbox.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GCRS ORDER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can search several keys. The sorter sends a USID only.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or type, then retrieve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enter specimen no., lab no., or order no.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Format, allowed sending hospital, and check digit run first.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Not found stops the screen (1336 / 1337 / 1338 / 1377).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Retrieve GET on the service uses a hard-coded demo user.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USID, as the mapped user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Body needs usid and sorterId. No order-no or request-no lookup.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format, allowed hospital, and check digit. Miss is Failure.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Retrieve runs in-process as the sorter LIS user, not the demo user.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Optional HKID or name, if sent and wrong, is Failure. APS / BBS / MBS is Failure.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omitted on the POST is taken from the sorter map and workbench.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press Send-out. The POST looks up the cluster list.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after the order is on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decide Send-out from what they see.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Backend acks a Printed or Collected specimen, writes tracking, and writes SEND_OUT.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 GCRS test is send-out when its cluster code is on the send-out list for that lab and hospital.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list, no staff click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Join the test code to the send-out list for lab and hospital.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All tests on the list: existing send-out write, status SEND_OUT.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Local and send-out on the same USID: Failure. Do not send out a subset.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No worksheet and no PHLC on this path.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sorter does not send a send-out flag. The list decides.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screen jobs sit in front of Register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4114800"/>
            <a:ext cx="1095451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Checks. Test groups and request no. Ward and doctor mapping. The POST must do all three before it calls register.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CHECKS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see popups. The POST logs soft ones and fails hard ones.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Alerts on the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Soft alerts after retrieve. Staff can continue or stop.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Hard checks before Register: mapping, datetime, test, specimen state.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Mixed local and send-out is a soft alert today.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can tick Relabel USID. STAR unbox can warn, then block if no location.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rules, no dialogue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Soft alerts: ALS only. Not on the response body. Status is not Relabel.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Hard checks: HTTP 200 and FAILURE, with the message code on the audit remark.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Mixed local and send-out is Failure on the API.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No Relabel checkbox. STAR with no workbench location is Failure 4422.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and register time is server now. Missing collection date is soft. Do not invent a date.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CHECKS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alerts the API logs and then continues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collection date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-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Proceed. Do not invent a collection date.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Overnight specimen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-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overnight window as Spec Ack. ALS warn only.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period / sex-age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-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validity and valid-period warnings. ALS only.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19856"/>
            <a:ext cx="3526536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67588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242816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 / A-A-R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" y="4773168"/>
            <a:ext cx="2977896" cy="-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Duplicate-reason and A-A-R-not-ready prompts. ALS only. AAR stays off.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31208" y="3419856"/>
            <a:ext cx="3526536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05528" y="367588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05528" y="4242816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tag / private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05528" y="4773168"/>
            <a:ext cx="2977896" cy="-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patient and patient-tag alerts. ALS only.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13776" y="3419856"/>
            <a:ext cx="3526536" cy="1426464"/>
          </a:xfrm>
          <a:prstGeom prst="roundRect">
            <a:avLst>
              <a:gd name="adj" fmla="val 2564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8096" y="367588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88096" y="4242816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 unbox alert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88096" y="4773168"/>
            <a:ext cx="2977896" cy="-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Boxed-specimen warning is ALS. No workbench location is hard Failure, not this card.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BBS blood / category / T&amp;S alerts stay on the staff screen. BBS is out of v1.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CHECKS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checks that return Failure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572000"/>
                <a:gridCol w="34107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fires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Unmapped ward / doctor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Doctor, location, specialty, report dest, or report copy has no LIS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1162–1170, 1090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 before DOB; ack before collection or request; ack in the future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R12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to register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used, all registered, all deleted, specimen deleted or rejected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no location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specimen and workbench has no location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4422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and send-out tests on the same USID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Failure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test dictionary, patient HKID or name mismatch, APS / BBS / MBS, unknown sorter id.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9632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3952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Failure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73952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Overnight, valid period, duplicate, patient tag, missing collection date, STAR unbox alert.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GROUPING AND REQUEST NO.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USID becomes the request no. only when the tube can carry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groups tests, then assigns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Tests are grouped before Register. Each group needs a request no.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USID can be the request no. when the screen says it is eligible.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can tick Relabel USID and force a new label.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More than one group, multi-specimen, suffix not 0, DFT same time-flag, or force relabel: do not use USID.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grouping. No checkbox.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grouping and the same Relabel rules, without a user Relabel tick.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Single group, one specimen, suffix 0, not force-relabel: request no. = USID.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Otherwise return Relabel. Do not write a lab request. Do not invent a number.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Caller cannot send an assigned request no. Auto-gen-only is still Relabel.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 is its own status. It is not Failure and not Registered.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AND DOCTOR MAPPING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 maps office codes. The POST fails if a map is missing.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Map, then popup if empty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Request doctor, request location, specialty, report destination, and report copy are mapped from dictionary.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Unmapped doctor, location, specialty, dest, or copy blocks Register.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can create a doctor from the screen when dictionary allows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map. No create.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five mappings go onto the packed register call.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Any miss is Failure with the same message codes as Spec Ack.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 not auto-create a doctor or a location. Send the tube to staff Spec Ack.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compare workbench lab to the order test lab.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 PRINTING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pick a worksheet. The POST prints every one, after it has already returned.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after Register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After a successful register, staff can print GCRS, send-out, and SH worksheets.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If more than one worksheet, staff pick which to print.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Labels can also print on the staff path.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all, off the wait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Return REGISTERED first. Then print every worksheet Spec Ack would have. No picker.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Send-out, Relabel, and Failure print nothing.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No labels. Late worksheet is allowed. Print fail is ALS warn; status stays Registered.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under 4 seconds is retrieve plus send-out or register. Print is not on that clock.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PHLC ELECTRONIC ORDER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PHLC stays a backend create. The POST calls it only after Registered.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calls PHLC after register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After Register, Spec Ack creates a PHLC electronic order when the lab option is on.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Destination must match the PHLC rule Spec Ack already uses.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wait on the screen for that call.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create, after HTTP return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PHLC create as Spec Ack, in-process, after REGISTERED is already back.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Only when Spec Ack would send to PHLC. Send-out, Relabel, and Failure skip it.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PHLC fail is ALS warn. The sorter status stays Registered.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labels on the sorter path. Worksheet and PHLC never run on Send-out.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POST. Four bins.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plus send-out or register. Print and PHLC after the status is already back.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staff path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Ack retrieve, Send-out, and Register stay. Relabel and Failure go there.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three register jobs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Checks, grouping and request no., ward and doctor. Then the existing register write.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only when Registered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worksheets, then PHLC, after HTTP return. No labels.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lis-crs-spec-ack-svc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Sorter API  ·  11 Sep 2026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 - Screen vs API</dc:title>
  <dc:subject>Manual Spec Ack actions versus the sorter POST</dc:subject>
  <dc:creator>LIS Team</dc:creator>
  <cp:lastModifiedBy>LIS Team</cp:lastModifiedBy>
  <cp:revision>1</cp:revision>
  <dcterms:created xsi:type="dcterms:W3CDTF">2026-09-11T01:48:35Z</dcterms:created>
  <dcterms:modified xsi:type="dcterms:W3CDTF">2026-09-11T01:48:35Z</dcterms:modified>
</cp:coreProperties>
</file>