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is identity only. TMP-000 is the dossier stand-in. Tony Chong reviewed the design note.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gap is not the writes. Validation and packing still sit on the screen, so middleware cannot reuse the staff register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Amber is what moves. Group tests, request no., and ward/doctor mapping sit on registration, not on worksheet. Worksheet has its own convert, then print.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Hospital, if sent, must match the map and workbench. Unknown sorterId is Failure. Transport errors stay 500.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API calls the same print and PHLC services Spec Ack uses today, in-process, not by looping back over HTTP.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copy printer onto the map as a second source of truth. Do not compare workbench lab to the retrieved test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Pilot CPS and HMS. Relabel and Failure bins go back to staff Spec Ack. Add SORT_* to the Audit Trail filter.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staff path is the fallback. Drop only the map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Requester already answered D1-D11. This room is the ratification, not a new design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a new POST; why hospital can be omitted; why DFT uses the same register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Volume pass mark is about 20 specimens a minute per lab. Print sits after the sorter wait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3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TMP-000   ·   CHANGE REQUEST   ·   CP3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1508760"/>
            <a:ext cx="85953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POST on Specimen Acknowledgement</a:t>
            </a:r>
            <a:endParaRPr lang="en-US" sz="4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registers or sends out a USID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85800" y="3429000"/>
            <a:ext cx="74980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staff scan a label and click Send-out or Register. The sorter will scan the tube and call LIS for those same actions.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4892040"/>
            <a:ext cx="2532888" cy="868680"/>
          </a:xfrm>
          <a:prstGeom prst="roundRect">
            <a:avLst>
              <a:gd name="adj" fmla="val 4211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5029200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86968" y="5266944"/>
            <a:ext cx="212140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lis-crs-spec-ack-svc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93008" y="4892040"/>
            <a:ext cx="2532888" cy="868680"/>
          </a:xfrm>
          <a:prstGeom prst="roundRect">
            <a:avLst>
              <a:gd name="adj" fmla="val 4211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94176" y="5029200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94176" y="5266944"/>
            <a:ext cx="212140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Sep 2026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300216" y="4892040"/>
            <a:ext cx="2532888" cy="868680"/>
          </a:xfrm>
          <a:prstGeom prst="roundRect">
            <a:avLst>
              <a:gd name="adj" fmla="val 4211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01384" y="5029200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01384" y="5266944"/>
            <a:ext cx="212140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TMP-000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107424" y="4892040"/>
            <a:ext cx="2532888" cy="868680"/>
          </a:xfrm>
          <a:prstGeom prst="roundRect">
            <a:avLst>
              <a:gd name="adj" fmla="val 4211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08592" y="5029200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FORUM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308592" y="5266944"/>
            <a:ext cx="212140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5800" y="5806440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Presenters: Ka   ·   Reviewers: Tony Chong, CP3 panel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6080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E9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Reviewed by Tony Chong  ·  SEM20260612  ·  JIRA not assigned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 click today. The sorter will call LIS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01568" cy="2788920"/>
          </a:xfrm>
          <a:prstGeom prst="roundRect">
            <a:avLst>
              <a:gd name="adj" fmla="val 1311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21408"/>
            <a:ext cx="384048" cy="384048"/>
          </a:xfrm>
          <a:prstGeom prst="ellipse">
            <a:avLst/>
          </a:prstGeom>
          <a:solidFill>
            <a:srgbClr val="56676C"/>
          </a:solidFill>
          <a:ln>
            <a:solidFill>
              <a:srgbClr val="5667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25880" y="2157984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667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today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743200"/>
            <a:ext cx="285292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Scan and click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310128"/>
            <a:ext cx="2852928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scan the specimen label on Specimen Acknowledgement and press Send-out or Register.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005072" y="3063240"/>
            <a:ext cx="274320" cy="237744"/>
          </a:xfrm>
          <a:prstGeom prst="rightArrow">
            <a:avLst/>
          </a:prstGeom>
          <a:solidFill>
            <a:srgbClr val="8FBAC3"/>
          </a:solidFill>
          <a:ln w="12700">
            <a:solidFill>
              <a:srgbClr val="8FBAC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34256" y="1828800"/>
            <a:ext cx="3401568" cy="2788920"/>
          </a:xfrm>
          <a:prstGeom prst="roundRect">
            <a:avLst>
              <a:gd name="adj" fmla="val 13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08576" y="2121408"/>
            <a:ext cx="384048" cy="384048"/>
          </a:xfrm>
          <a:prstGeom prst="ellipse">
            <a:avLst/>
          </a:prstGeom>
          <a:solidFill>
            <a:srgbClr val="9A5C15"/>
          </a:solidFill>
          <a:ln>
            <a:solidFill>
              <a:srgbClr val="9A5C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111496" y="2157984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A5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sorter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08576" y="2743200"/>
            <a:ext cx="285292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Tubes go on a sorter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608576" y="3310128"/>
            <a:ext cx="2852928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 will load tubes onto a sorter for scan, sort, and transport.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790688" y="3063240"/>
            <a:ext cx="274320" cy="237744"/>
          </a:xfrm>
          <a:prstGeom prst="rightArrow">
            <a:avLst/>
          </a:prstGeom>
          <a:solidFill>
            <a:srgbClr val="8FBAC3"/>
          </a:solidFill>
          <a:ln w="12700">
            <a:solidFill>
              <a:srgbClr val="8FBAC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19872" y="1828800"/>
            <a:ext cx="3401568" cy="2788920"/>
          </a:xfrm>
          <a:prstGeom prst="roundRect">
            <a:avLst>
              <a:gd name="adj" fmla="val 1311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94192" y="2121408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897112" y="2157984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B6E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 CR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94192" y="2743200"/>
            <a:ext cx="285292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LIS call, then a bin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394192" y="3310128"/>
            <a:ext cx="2852928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calls LIS so the sorter can bin from send-out or registration status.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42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512064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9A5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screen stays:  </a:t>
            </a:r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Specimen Acknowledgement remains the fallback when the sorter returns Relabel or Failure.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DESIGN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Spec Ack screen still owns validation and packing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5486400"/>
                <a:gridCol w="313639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2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Front-end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2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Back-end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23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Retrieve GCRS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Looks up the order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backend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Send-out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Presses Send-out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backend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9A5C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Validates. Groups tests, request no., maps ward and doctor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E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backend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Worksheet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9A5C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Converts worksheet 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E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backend to print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PHLC order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backend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CHANGE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new POST on the Spec Ack service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532120" cy="3200400"/>
          </a:xfrm>
          <a:prstGeom prst="roundRect">
            <a:avLst>
              <a:gd name="adj" fmla="val 1143"/>
            </a:avLst>
          </a:prstGeom>
          <a:solidFill>
            <a:srgbClr val="08323B"/>
          </a:solidFill>
          <a:ln w="12700">
            <a:solidFill>
              <a:srgbClr val="0832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AC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/api/specack/sorter/auto-register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4983480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87F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"usid": "QHSP2500000012",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87F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"sorterId": "KTH-SORTER-01",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"hospital": "QEH",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"hkid": null,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"patientName": null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4315968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usid and sorterId are required. hospital may be omitted when the map has it.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46520" y="1819656"/>
            <a:ext cx="274320" cy="274320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03720" y="1783080"/>
            <a:ext cx="473659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Same-call status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903720" y="2130552"/>
            <a:ext cx="473659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REGISTERED, SEND_OUT, RELABEL, or FAILURE. Soft alerts stay off the body.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46520" y="2880360"/>
            <a:ext cx="274320" cy="274320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03720" y="2843784"/>
            <a:ext cx="473659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identity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903720" y="3191256"/>
            <a:ext cx="473659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hkid and patientName. If sent and they mismatch, Failure.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46520" y="3941064"/>
            <a:ext cx="274320" cy="274320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903720" y="3904488"/>
            <a:ext cx="473659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path, not an overload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903720" y="4251960"/>
            <a:ext cx="473659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reuse the staff register call. No auth header in v1.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CHANGE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 logic moves behind that POST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F7E7E4"/>
          </a:solidFill>
          <a:ln w="12700">
            <a:solidFill>
              <a:srgbClr val="F7E7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A84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the screen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816352"/>
            <a:ext cx="48463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validate, then convert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tests, request no.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 ward and doctor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22960" y="3858768"/>
            <a:ext cx="4846320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Worksheet convert also runs here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Then the screen calls register or print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45352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19672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519672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the new API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19672" y="2816352"/>
            <a:ext cx="4846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same checks and packing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 existing backend writes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19672" y="3621024"/>
            <a:ext cx="4846320" cy="9966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Reuse register, worksheet print, and PHLC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Print and PHLC only after Registered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42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512064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Send-out, Relabel, and Failure print nothing. A late worksheet does not change a status already returned.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CHANGE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map supplies hospital, workstation, and user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93392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 map table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loe_specimen_sorter_map. Sorter id maps to a dedicated LIS user and a workbench.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31208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05528" y="1993392"/>
            <a:ext cx="384048" cy="384048"/>
          </a:xfrm>
          <a:prstGeom prst="ellipse">
            <a:avLst/>
          </a:prstGeom>
          <a:solidFill>
            <a:srgbClr val="56676C"/>
          </a:solidFill>
          <a:ln>
            <a:solidFill>
              <a:srgbClr val="5667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605528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Derive from the map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05528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if the request omits it. Workstation and user from the same row.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13776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88096" y="1993392"/>
            <a:ext cx="384048" cy="384048"/>
          </a:xfrm>
          <a:prstGeom prst="ellipse">
            <a:avLst/>
          </a:prstGeom>
          <a:solidFill>
            <a:srgbClr val="9A5C15"/>
          </a:solidFill>
          <a:ln>
            <a:solidFill>
              <a:srgbClr val="9A5C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88096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LOE_AUDIT_TRAIL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388096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SORT_REG, SORT_SO, SORT_RELABEL, SORT_FAIL, plus REG and SEND_OUT.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42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512064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SORT_* to the Audit Trail action filter. Unknown sorter id is Failure. Printer stays on workbench.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Seed user, workbench, and map, then deploy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17820" cy="1975104"/>
          </a:xfrm>
          <a:prstGeom prst="roundRect">
            <a:avLst>
              <a:gd name="adj" fmla="val 1852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93392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48691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 the sorter user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3090672"/>
            <a:ext cx="48691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LIS user on the audit trail. Not a shared staff login.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22492" y="1737360"/>
            <a:ext cx="5417820" cy="1975104"/>
          </a:xfrm>
          <a:prstGeom prst="roundRect">
            <a:avLst>
              <a:gd name="adj" fmla="val 1852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6812" y="1993392"/>
            <a:ext cx="384048" cy="384048"/>
          </a:xfrm>
          <a:prstGeom prst="ellipse">
            <a:avLst/>
          </a:prstGeom>
          <a:solidFill>
            <a:srgbClr val="56676C"/>
          </a:solidFill>
          <a:ln>
            <a:solidFill>
              <a:srgbClr val="5667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96812" y="2560320"/>
            <a:ext cx="48691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Seed a workbench row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96812" y="3090672"/>
            <a:ext cx="48691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sorter: hosp, lab, station name, location, printer.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968496"/>
            <a:ext cx="5417820" cy="1975104"/>
          </a:xfrm>
          <a:prstGeom prst="roundRect">
            <a:avLst>
              <a:gd name="adj" fmla="val 1852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224528"/>
            <a:ext cx="384048" cy="384048"/>
          </a:xfrm>
          <a:prstGeom prst="ellipse">
            <a:avLst/>
          </a:prstGeom>
          <a:solidFill>
            <a:srgbClr val="56676C"/>
          </a:solidFill>
          <a:ln>
            <a:solidFill>
              <a:srgbClr val="5667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4791456"/>
            <a:ext cx="48691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Insert the map row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22960" y="5321808"/>
            <a:ext cx="48691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Sorter id, user, and workbench id on loe_specimen_sorter_map.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22492" y="3968496"/>
            <a:ext cx="5417820" cy="1975104"/>
          </a:xfrm>
          <a:prstGeom prst="roundRect">
            <a:avLst>
              <a:gd name="adj" fmla="val 1852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6812" y="4224528"/>
            <a:ext cx="384048" cy="384048"/>
          </a:xfrm>
          <a:prstGeom prst="ellipse">
            <a:avLst/>
          </a:prstGeom>
          <a:solidFill>
            <a:srgbClr val="9A5C15"/>
          </a:solidFill>
          <a:ln>
            <a:solidFill>
              <a:srgbClr val="9A5C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96812" y="4791456"/>
            <a:ext cx="48691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 and open the path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496812" y="5321808"/>
            <a:ext cx="48691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lis-crs-spec-ack-svc. NetworkPolicy only. No API key in v1.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 middleware. Staff Spec Ack is unchanged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F7E7E4"/>
          </a:solidFill>
          <a:ln w="12700">
            <a:solidFill>
              <a:srgbClr val="F7E7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93392"/>
            <a:ext cx="384048" cy="384048"/>
          </a:xfrm>
          <a:prstGeom prst="ellipse">
            <a:avLst/>
          </a:prstGeom>
          <a:solidFill>
            <a:srgbClr val="A8443A"/>
          </a:solidFill>
          <a:ln>
            <a:solidFill>
              <a:srgbClr val="A8443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 middleware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clicks still retrieve, send-out, and register.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31208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05528" y="1993392"/>
            <a:ext cx="384048" cy="384048"/>
          </a:xfrm>
          <a:prstGeom prst="ellipse">
            <a:avLst/>
          </a:prstGeom>
          <a:solidFill>
            <a:srgbClr val="9A5C15"/>
          </a:solidFill>
          <a:ln>
            <a:solidFill>
              <a:srgbClr val="9A5C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605528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Drop the map table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05528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TABLE loe_specimen_sorter_map on full rollback. Leave or disable the workbench and user.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13776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88096" y="1993392"/>
            <a:ext cx="384048" cy="384048"/>
          </a:xfrm>
          <a:prstGeom prst="ellipse">
            <a:avLst/>
          </a:prstGeom>
          <a:solidFill>
            <a:srgbClr val="56676C"/>
          </a:solidFill>
          <a:ln>
            <a:solidFill>
              <a:srgbClr val="5667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88096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history rewrite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388096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convert historical requests. Fallback is operational.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decisions to ratify before build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55648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188720" y="1737360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Leave v1 with NetworkPolicy only, no API key or Hub JWT?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88720" y="2066544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isolation as Spec Ack today (D1).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2542032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 the tube when the USID has both local and send-out tests?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88720" y="2871216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Spec Ack only warns (D3).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364992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3346704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 worksheets and PHLC only after Registered, after HTTP return?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88720" y="367588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Send-out prints nothing (D11, D4, D5).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4169664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4151376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 SORT_* actions on the Audit Trail filter?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88720" y="4480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write REG and SEND_OUT (D6).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029200"/>
            <a:ext cx="11091672" cy="777240"/>
          </a:xfrm>
          <a:prstGeom prst="roundRect">
            <a:avLst>
              <a:gd name="adj" fmla="val 4706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51663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Requester already answered D1-D11. This room ratifies.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3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377440"/>
            <a:ext cx="1095451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2743200"/>
            <a:ext cx="1095451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Q&amp;A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3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77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10972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 latency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54864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200" dirty="0">
                <a:solidFill>
                  <a:srgbClr val="C87F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P95 &lt; 4 S</a:t>
            </a:r>
            <a:endParaRPr lang="en-US" sz="6200" dirty="0"/>
          </a:p>
        </p:txBody>
      </p:sp>
      <p:sp>
        <p:nvSpPr>
          <p:cNvPr id="5" name="Text 3"/>
          <p:cNvSpPr/>
          <p:nvPr/>
        </p:nvSpPr>
        <p:spPr>
          <a:xfrm>
            <a:off x="685800" y="28346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20 specimens a minute per lab in v1. Worksheet and PHLC sit after the sorter wait path.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1234440"/>
            <a:ext cx="5239512" cy="1143000"/>
          </a:xfrm>
          <a:prstGeom prst="roundRect">
            <a:avLst>
              <a:gd name="adj" fmla="val 3200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0" y="1609344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223760" y="1435608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a production JIRA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223760" y="176479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TMP-000. Reference remains SEM20260612.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0" y="2606040"/>
            <a:ext cx="5239512" cy="1143000"/>
          </a:xfrm>
          <a:prstGeom prst="roundRect">
            <a:avLst>
              <a:gd name="adj" fmla="val 3200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0" y="2980944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223760" y="2807208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the POST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223760" y="313639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API on lis-crs-spec-ack-svc, including the packing the screen does today.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0" y="3977640"/>
            <a:ext cx="5239512" cy="1143000"/>
          </a:xfrm>
          <a:prstGeom prst="roundRect">
            <a:avLst>
              <a:gd name="adj" fmla="val 3200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75120" y="4352544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223760" y="4178808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SIT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223760" y="450799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Sorter user, workbench row, and loe_specimen_sorter_map before middleware is pointed at SIT.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4224528"/>
            <a:ext cx="5120640" cy="1234440"/>
          </a:xfrm>
          <a:prstGeom prst="roundRect">
            <a:avLst>
              <a:gd name="adj" fmla="val 2963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" y="4407408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TMP-000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60120" y="48006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lis-crs-spec-ack-svc  ·  Change Request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— one POST to auto-register or send out from a USID</dc:subject>
  <dc:creator>LIS Team</dc:creator>
  <cp:lastModifiedBy>LIS Team</cp:lastModifiedBy>
  <cp:revision>1</cp:revision>
  <dcterms:created xsi:type="dcterms:W3CDTF">2026-09-10T06:19:55Z</dcterms:created>
  <dcterms:modified xsi:type="dcterms:W3CDTF">2026-09-10T06:19:55Z</dcterms:modified>
</cp:coreProperties>
</file>