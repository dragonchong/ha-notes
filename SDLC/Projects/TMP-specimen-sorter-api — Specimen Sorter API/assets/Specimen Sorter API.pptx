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Production JIRA is not assigned; TMP-000 is the dossier stand-in. Reference SEM20260612.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Writes are not the gap. Middleware cannot call /gcrSpecAckRegister without the packing object the screen builds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Overloading /gcrSpecAckRegister would keep the staff packing contract. Overloading ECPath5 register would keep a hard-coded user. The convertor has to move or the caller invents a second packing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 with no wkbh_location is Failure 4422. Mixed local and send-out is Failure, not ALS. DFT uses the same Spec Ack register()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register() already assumes this packing. Skipping the convertor and porting only the validator still leaves an empty test-group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 Ack sendOutActions never prints. The ack auto-print flag is not used. Staff picker goes away: print all on the registration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Printer and STAR location come from workbench, not copied onto the map. Audit workstation is wkbh_station_name. Pilot CPS and HMS; Relabel and Failure bins go back to staff Spec 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 Workbench and user can stay inactive.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overload /gcrSpecAckRegister; why DFT skips /api/dftreg; why workbench lab is not checked against the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Worksheet and PHLC sit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middleware calls lis-crs-spec-ack-svc. Flex packing, alerts, and hard checks move behind that call. Staff Spec Ack stays as the fallback.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02311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161163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16116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83230" y="4892040"/>
            <a:ext cx="202311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4398" y="5029200"/>
            <a:ext cx="161163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84398" y="5266944"/>
            <a:ext cx="16116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80660" y="4892040"/>
            <a:ext cx="202311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1828" y="5029200"/>
            <a:ext cx="161163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1828" y="5266944"/>
            <a:ext cx="16116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78090" y="4892040"/>
            <a:ext cx="2023110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9258" y="5029200"/>
            <a:ext cx="161163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9258" y="5266944"/>
            <a:ext cx="16116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reviewed by Tony Chong  ·  reference SEM20260612  ·  production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sorter needs the staff click path in one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USID is scanned on Specimen Acknowledgement. Staff then click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owners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are already in the service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and writes live in lis-crs-spec-ack-svc. Packing still sits in Flex GcrSpecAckDataConvertor.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must bin the tube from one LIS response in under four seconds.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the staff GET: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/retrieveGcrOrder hard-codes user ltc611. The sorter must not call it.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still lives on the screen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owns the contract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promptAlert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GcrSpecAckDataValidator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click send-out or register with that packing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comes from the PC login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GET retrieve hard-codes ltc611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419856"/>
            <a:ext cx="484632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Convertor, validator, and ALS alerts run on the server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retrieve, sendOutSpecimen, register, worksheet,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APIs stay as they 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overload /gcrSpecAckRegister or the ECPath5 register. Both keep the wrong caller contract.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POST orchestrates retrieve, convert, then 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2240280" cy="1051560"/>
          </a:xfrm>
          <a:prstGeom prst="roundRect">
            <a:avLst>
              <a:gd name="adj" fmla="val 3478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auto-register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80360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73552" y="1901952"/>
            <a:ext cx="288036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Map, retrieve,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CPS/HMS, not mixed?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85716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4768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38544" y="1901952"/>
            <a:ext cx="260604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Relabel rules?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13548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36024" y="2441448"/>
            <a:ext cx="292608" cy="256032"/>
          </a:xfrm>
          <a:prstGeom prst="rightArrow">
            <a:avLst/>
          </a:prstGeom>
          <a:solidFill>
            <a:srgbClr val="C87F22"/>
          </a:solidFill>
          <a:ln w="12700">
            <a:solidFill>
              <a:srgbClr val="C87F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44584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6064" y="2057400"/>
            <a:ext cx="1984248" cy="1051560"/>
          </a:xfrm>
          <a:prstGeom prst="roundRect">
            <a:avLst>
              <a:gd name="adj" fmla="val 3478"/>
            </a:avLst>
          </a:prstGeom>
          <a:solidFill>
            <a:srgbClr val="9A5C15"/>
          </a:solidFill>
          <a:ln w="12700"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SEND_OUT if all tests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LOE_SENDOUT_TEST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REGISTERED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3822192"/>
            <a:ext cx="288036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sorter, APS/BBS/MBS, mixed tests, STAR 4422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38544" y="3822192"/>
            <a:ext cx="260604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lab-request write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914400"/>
          </a:xfrm>
          <a:prstGeom prst="roundRect">
            <a:avLst>
              <a:gd name="adj" fmla="val 4000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32180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THIS PATH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5596128"/>
            <a:ext cx="7635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DFT -&gt; Spec Ack register(), not /api/dftreg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49640" y="5614416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retrieved test lab. Print only after REGISTERED.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Flex convertor moves behind the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GcrSpecAckDataConvertor.as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convertRequestTestGroupDataFromGcrTest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convertRequestNoDataToParam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convertWardDataToParam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convertDoctorDataToParam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convertUserInputDataToParam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defaults, not screen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Grouping, USID as request no., and ward/doctor mapping must exist before register().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replace checkboxes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time is server now. AAR off. Urgent workstation off. Labels off. No relabel checkbox.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register() already expects this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Porting only the validator still leaves an empty test-group list.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builders stay with print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Worksheet, send-out form, and SH Ro are built here, printed only after Registered.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only after Registered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679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/ PHLC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packing via register()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6E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worksheets + PHLC after return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sendOutSpecimen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RELABEL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lab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SORT_FAIL audit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print is allowed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 worksheet does not change a REGISTERED status already returned.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9632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no picker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73952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worksheet picker is gone. Every Ro from the convertor prints.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user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user. It appears on LOE_AUDIT_TRAIL.loeaud_usercode. Not ltc611.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22492" y="1737360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6812" y="2560320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workbench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6812" y="292608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6812" y="3456432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physical sorter: hosp, lab, station name, location, default printer.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242816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loe_sorter_map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460857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" y="5138928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name. Printer stays on workbench.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22492" y="3419856"/>
            <a:ext cx="5417820" cy="1426464"/>
          </a:xfrm>
          <a:prstGeom prst="roundRect">
            <a:avLst>
              <a:gd name="adj" fmla="val 2564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6812" y="367588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6812" y="4242816"/>
            <a:ext cx="48691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6812" y="460857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6812" y="5138928"/>
            <a:ext cx="4869180" cy="-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for middleware. No API key in v1.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SORT_REG, SORT_SO, SORT_RELABEL, SORT_FAIL to the Audit Trail action filter. Still write REG and SEND_OUT.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 The staff APIs are untouched.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operational, not a data rewrite.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warns. Sorter has no click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the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constructSaveActions. 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SORT_REG, SORT_SO, SORT_RELABEL, SORT_FAIL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as well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 on the design note. This room is the ratification.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orchestrator on lis-crs-spec-ack-svc, including the packing convertor.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2026-09-09T08:29:56Z</dcterms:created>
  <dcterms:modified xsi:type="dcterms:W3CDTF">2026-09-09T08:29:56Z</dcterms:modified>
</cp:coreProperties>
</file>