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the writes. Validation and packing still sit on the screen, so middleware cannot reuse the staff register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rows are the gap. Retrieve, send-out, and PHLC already hit the service. Register and worksheet cannot leave the screen until packing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copy printer onto the map. Do not compare workbench lab to the retrieved test lab. Audit workstation is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 Tony Chong  ·  SEM20260612  · 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click today. The sorter will call LIS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the specimen label on Specimen Acknowledgement and press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Tubes go on a sorter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will load tubes onto a sorter for scan, sort, and transport.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calls LIS so the sorter can bin from send-out or registration status.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screen stays: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Acknowledgement remains the fallback when the sorter returns Relabel or Failure.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Ack screen still owns validation and packing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120640"/>
                <a:gridCol w="350215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screen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GCRS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up the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and converts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tests, request no., ward, doctor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PHLC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 on the Spec Ack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"usid": "QHSP2500000012",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"sorterId": "KTH-SORTER-01",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"hospital": "QEH",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"hkid": null,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"patientName": null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and sorterId are required. hospital may be omitted when the map has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Same-call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REGISTERED, SEND_OUT, RELABEL, or FAILURE. Soft alerts stay off the body.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hkid and patientName. If sent and they mismatch, Failure.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path, not an overload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the staff register call. No auth header in v1.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logic moves behind that POST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tests, request no.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ward and doctor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Then the screen calls register or print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PHLC is already backend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new 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checks and packing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existing backend writes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register, worksheet print,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Print and PHLC only after Registered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Send-out, Relabel, and Failure print nothing. A late worksheet does not change a status already returned.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map table supplies user and workbench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table loe_sorter_map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 maps to a dedicated LIS user and a workbench row.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 context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if omitted. Workstation, printer, and STAR location from workbench.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LOE_AUDIT_TRAIL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SORT_REG, SORT_SO, SORT_RELABEL, SORT_FAIL, plus REG and SEND_OUT.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action filter. Unknown sorter id is Failure. Printer stays on workbench.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 on loe_sorter_map.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2026-09-10T04:10:33Z</dcterms:created>
  <dcterms:modified xsi:type="dcterms:W3CDTF">2026-09-10T04:10:33Z</dcterms:modified>
</cp:coreProperties>
</file>