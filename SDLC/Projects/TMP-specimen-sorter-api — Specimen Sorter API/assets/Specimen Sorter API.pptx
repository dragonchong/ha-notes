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23227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34657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232279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SEP 2026  ·  CHANGE REQUEST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598039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335655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195953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406265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195953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406265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08704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4736" y="4195953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64736" y="4406265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195953"/>
            <a:ext cx="8298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406265"/>
            <a:ext cx="829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5778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1810" y="4195953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61810" y="4406265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7670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3702" y="4195953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83702" y="4406265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status: draft  ·  for briefing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the specimen label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Send-out or Register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Specimen Acknowledgement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tube, one staff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240143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answers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scans for sort and transport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 API for send-out or register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call, then a bin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screen stays as fallback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0505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remains the fallback when the sorter returns Relabel or Failure.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still owns validation and packing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514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42420"/>
                <a:gridCol w="5427601"/>
                <a:gridCol w="31027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Specimen 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Register Request. Validates. Groups tests, request no., maps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Converts worksheet data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 to print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51460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new POST on the Spec Ack service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7178"/>
            <a:ext cx="5870448" cy="2290572"/>
          </a:xfrm>
          <a:prstGeom prst="roundRect">
            <a:avLst>
              <a:gd name="adj" fmla="val 4790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78663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847344" y="3079242"/>
            <a:ext cx="5394960" cy="159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"usid": "QHSP2500000012",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"sorterId": "KTH-SORTER-01",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"hospital": "QEH",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"hkid": null,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"patientName": 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609600" y="4967478"/>
            <a:ext cx="5870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and sorterId are required. hospital may be omitted when the map has it.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2968" y="254203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7312152" y="25191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Same-call status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982968" y="281178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REGISTERED, SEND_OUT, RELABEL, or FAILURE. Soft alerts stay off the body.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781800" y="352958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2968" y="375361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12152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Optional identity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982968" y="402336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hkid and patientName. If sent and they mismatch, Failure.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2968" y="479374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12152" y="477088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path, not an overload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reuse the staff register call. No auth header in v1.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logic moves behind that POST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30424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598420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screen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055620"/>
            <a:ext cx="4786884" cy="795528"/>
          </a:xfrm>
          <a:prstGeom prst="roundRect">
            <a:avLst>
              <a:gd name="adj" fmla="val 689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165348"/>
            <a:ext cx="45308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then convert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tests, request no.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ward and doctor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98830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Worksheet convert also runs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31596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screen calls register or print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630424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463028" y="2598420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new API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055620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165348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checks and packing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existing backend writes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register, worksheet print, and PHLC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and PHLC only after Registered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1465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A late worksheet does not change a status already returned.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maps to a dedicated user and a workbench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map row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 to LIS user and workbench id. Also hosp, lab, and server name so LAB_DB can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workbench row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Hospital, lab, station name, STAR location, and default printer. Not copied as a second source of truth on the map.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671382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LOE_AUDIT_TRAIL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user and station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user is the map user. Workstation is the workbench station name. Write SORT_* plus REG and SEND_OUT.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5101019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 id is Failure. Do not compare workbench lab to the retrieved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1518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login, then a PC workbench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is the staff LIS login.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00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is selected by PC name or 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727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retrieve GET uses a hard-coded demo user.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sorterId looks up the map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sorter LIS user from the map. Never the demo retrieve user.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id from the same map row, then hosp, lab, station, location, printer.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map / workbench hosp. Hospital sent must match.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map row per physical sorter. Seed the user, the workbench, and the map before SIT.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Retrieve GCRS - sorter lookup is USID only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Scan or type, then 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enter specimen no., lab no., or order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allowed hospital, and check digit run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found stops the screen (1336 / 1337 / 1338 / 1377).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USID, as the mapped user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needs usid and sorterId. No order-no lookup.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format rules. Miss is Failure. Wrong HKID or name is Failure.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retrieve as the sorter user. APS / BBS / MBS is Failure.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 on the POST comes from the sorter map and workbench.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Send-out - the list decides, not a click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press Send-out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choose Send-out after the order is on screen.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acks Printed or Collected, writes tracking, writes SEND_OUT.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is send-out when its cluster code is on the list for that lab and hospital.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list. No flag from the sorter.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the test to the send-out list for lab and hospital.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on the list: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 write, status SEND_OUT.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8229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plus send-out on one USID: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Failure. No worksheet. No PHLC.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sorter does not send a send-out flag.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Registration checks - soft logs, hard fails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Popups on the screen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alerts after retrieve. Staff can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checks before Register: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datetime, test, specimen state.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local and send-out is a soft alert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dialogue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only. Not on the body. Not Relabel.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and FAILURE, code on the audit remark.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is Failure. No Relabel checkbox. STAR with no location is 4422.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 time is server now. Missing collection date is soft. Do not invent a date.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logged, then continue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Missing collection 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Proceed. Do not invent a date.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 specimen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overnight window as Spec Ack.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 period / sex-age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validity and valid-period warnings. ALS only.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the rest of the 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Duplicate / A-A-R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Duplicate-reason and A-A-R-not-ready. ALS only. AAR stays off.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tag / private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patient and patient-tag alerts.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unbox alert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Boxed warning is ALS. No workbench location is Failure 4422, not this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BBS blood / category / T&amp;S alerts stay on staff Spec Ack. BBS is out of v1.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checks that return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1162-1170, 1090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Unmapped ward / 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or report copy has no LIS id.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Datetime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before DOB. Ack before collection or request. Ack in the future.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4422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/ mixed / empty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workbench location. Local plus send-out. Already used, all registered, all deleted, rejected.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499386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Failure: missing test dictionary, HKID or name mismatch, APS / BBS / MBS, unknown sorter id.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Request test grouping and request no.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6151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groups, then assigns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grouped before Register. Each group needs a request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can be the request no. when the screen says it is eligible.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tick Relabel. Multi-group, multi-specimen, suffix not 0, or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grouping. No checkbox.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Relabel rules, without a user tick.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000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group, one specimen, suffix 0, not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no. = USID.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 Relabel. No lab request. No invented number. No caller-assigned request no.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Relabel is its own status. Not Failure. Not Registered.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Ward and doctor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Map, then popup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and report copy come from dictionary.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81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Unmapped codes block Register.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create a doctor when dictionary allows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map. No create.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five mappings go onto the packed register call.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miss is Failure, same message codes as Spec Ack.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auto-create a doctor or location. Send the tube to staff.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compare workbench lab to the order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 printing - all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print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print GCRS, send-out, and SH worksheets after register.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more than one worksheet, staff pick.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can also print on the staff path.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Print all, after the HTTP return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REGISTERED first. Then print every worksheet Spec Ack would. No picker.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No labels.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worksheet is allowed. Print fail is ALS.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under 4 seconds is retrieve plus send-out or register. Print is off that clock.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 -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calls PHLC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Ack creates a PHLC order when the lab option is 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must match the existing PHLC rule.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wait on the screen for that call.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create. Sorter does not wait.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PHLC create, in-process, after REGISTERED is already back.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when Spec Ack would send. Send-out, Relabel, and Failure skip it.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03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PHLC fail is ALS. Sorter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labels on the sorter path. Worksheet and PHLC never run on Send-out.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user, workbench, and map, then deploy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the sorter 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LIS user on the audit trail. Not a shared staff login.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46876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1196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521196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a workbench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1196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sorter: hosp, lab, station name, location, printer.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600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920" y="4320540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83920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Insert the map row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3920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id, user, and workbench id on loe_specimen_sorter_map.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46876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1196" y="432054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521196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and open the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1196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 NetworkPolicy only. No API key in v1.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middleware. Staff Spec Ack is unchanged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still retrieve, send-out, and register.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the map table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TABLE loe_specimen_sorter_map on full rollback. Leave or disable the workbench and user.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history rewrite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convert historical requests. Fallback is operational.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decisions to ratify before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82422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82422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00710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v1 with NetworkPolicy only, no API key or Hub JWT?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26771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isolation as Spec Ack today (D1).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75005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75005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93293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the tube when the USID has both local and send-out tests?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19354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Spec Ack only warns (D3).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67588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67588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85876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worksheets and PHLC only after Registered, after HTTP return?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11937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 prints nothing (D11, D4, D5).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60171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60171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78459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SORT_* actions on the Audit Trail filter?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04520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write REG and SEND_OUT (D6).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09600" y="56281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already answered D1-D11. This room ratifies.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2963164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10636"/>
            <a:ext cx="77175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415987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530287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065211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39439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latency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2986088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P95 &lt; 4 S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760660"/>
            <a:ext cx="737920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20 specimens a minute per lab in v1. Worksheet and PHLC sit after the sorter wait path.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 PRODUCTION JIRA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THE POST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SIT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Change Request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2026-09-24T07:53:23Z</dcterms:created>
  <dcterms:modified xsi:type="dcterms:W3CDTF">2026-09-24T07:53:23Z</dcterms:modified>
</cp:coreProperties>
</file>