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Production JIRA is not assigned; TMP-000 is the dossier stand-in. Reference SEM20260612.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Writes are not the gap. Middleware cannot call staff register without the payload the screen builds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register keeps screen packing. ECPath5 register keeps a hard-coded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 with no workbench location is Failure. Mixed local and send-out is Failure, not a warning. DFT uses the same Spec Ack register packing as an ordinary specimen.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Moving only the hard checks still leaves an empty test-group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Send-out never prints. The ack auto-print flag is not used. Staff picker goes away: print all on the registration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Printer and STAR location come from workbench, not copied onto the map. Audit workstation is the workbench station name. Still write REG and SEND_OUT. Pilot CPS and HMS; Relabel and Failure bins go back to staff Spec 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 Workbench and user can stay inactive.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reuse the staff register API; why DFT does not use a separate DFT API; why workbench lab is not checked against the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Worksheet and PHLC sit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middleware calls the Specimen Acknowledgement service. Soft alerts, hard checks, and packing move behind that call. Staff Spec Ack stays as the fallback.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 Tony Chong  ·  SEM20260612  · 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sorter needs the staff click path in one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a USID, then click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owners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are already in the service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and writes live in Spec Ack. The screen still builds the register payload.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bins the tube from one LIS response in under four seconds.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staff retrieve: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call is tied to a fixed user.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still lives on the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owns the contract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 alerts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checks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 packing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click after the screen packs the payload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comes from the PC login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retrieve is tied to a fixed user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419856"/>
            <a:ext cx="484632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Alerts, hard checks, and packing run on the server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retrieve, send-out, register, worksheet,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screen stays as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staff register or ECPath5 register. Both expect a different caller.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POST looks up, packs, then writes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2240280" cy="1051560"/>
          </a:xfrm>
          <a:prstGeom prst="roundRect">
            <a:avLst>
              <a:gd name="adj" fmla="val 3478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auto-register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80360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73552" y="1901952"/>
            <a:ext cx="288036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Map, retrieve,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CPS/HMS, not mixed?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5716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4768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38544" y="1901952"/>
            <a:ext cx="260604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Relabel rules?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13548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36024" y="2441448"/>
            <a:ext cx="292608" cy="256032"/>
          </a:xfrm>
          <a:prstGeom prst="rightArrow">
            <a:avLst/>
          </a:prstGeom>
          <a:solidFill>
            <a:srgbClr val="C87F22"/>
          </a:solidFill>
          <a:ln w="12700">
            <a:solidFill>
              <a:srgbClr val="C87F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44584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6064" y="2057400"/>
            <a:ext cx="1984248" cy="1051560"/>
          </a:xfrm>
          <a:prstGeom prst="roundRect">
            <a:avLst>
              <a:gd name="adj" fmla="val 3478"/>
            </a:avLst>
          </a:prstGeom>
          <a:solidFill>
            <a:srgbClr val="9A5C15"/>
          </a:solidFill>
          <a:ln w="12700"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SEND_OUT if every 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send-out 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REGISTERED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3822192"/>
            <a:ext cx="288036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sorter, APS/BBS/MBS, mixed tests, STAR with no location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38544" y="3822192"/>
            <a:ext cx="260604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lab-request write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914400"/>
          </a:xfrm>
          <a:prstGeom prst="roundRect">
            <a:avLst>
              <a:gd name="adj" fmla="val 4000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32180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THIS PATH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7635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DFT uses ordinary Spec Ack register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561441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retrieved test lab. Print only after REGISTERED.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screen packs today moves behind the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635240" cy="1097280"/>
          </a:xfrm>
          <a:prstGeom prst="roundRect">
            <a:avLst>
              <a:gd name="adj" fmla="val 333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093976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89888" y="192024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tests and assign the request number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9888" y="2249424"/>
            <a:ext cx="5852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for this specimen are grouped. The USID is the request number when eligible.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35808"/>
            <a:ext cx="7635240" cy="1097280"/>
          </a:xfrm>
          <a:prstGeom prst="roundRect">
            <a:avLst>
              <a:gd name="adj" fmla="val 333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39242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9888" y="321868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ward and doctor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89888" y="3547872"/>
            <a:ext cx="5852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dictionary mapping the screen does today is done on the server.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34256"/>
            <a:ext cx="7635240" cy="1097280"/>
          </a:xfrm>
          <a:prstGeom prst="roundRect">
            <a:avLst>
              <a:gd name="adj" fmla="val 3333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69087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89888" y="45171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ticks with defaults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89888" y="4846320"/>
            <a:ext cx="5852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now. AAR off. Urgent workstation off. Labels off. No relabel tick.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458200" y="1737360"/>
            <a:ext cx="3182112" cy="4114800"/>
          </a:xfrm>
          <a:prstGeom prst="roundRect">
            <a:avLst>
              <a:gd name="adj" fmla="val 1149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19659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HAS TO MOVE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226771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 first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732520" y="2743200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only move the hard checks, the write has no test groups.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32520" y="45262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alerts go to ALS only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only after Registered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/ PHLC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the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6E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worksheets + PHLC after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Send-out write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RELABEL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audit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print is allowed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 worksheet does not change a REGISTERED status already returned.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no picker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worksheet picker is gone. Every worksheet the packing produced is printed.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 on loe_sorter_map.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Add SORT_* to the Audit Trail filter.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 The staff screen is untouched.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operational, not a data rewrite.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orchestrator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2026-09-09T08:54:52Z</dcterms:created>
  <dcterms:modified xsi:type="dcterms:W3CDTF">2026-09-09T08:54:52Z</dcterms:modified>
</cp:coreProperties>
</file>