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TMP-000 is the dossier stand-in.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gap is not the writes. Validation and packing still sit on the screen, so middleware cannot reuse the staff register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Retrieve and send-out already hit the service. Register and worksheet cannot, until packing moves behind the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Hospital, if sent, must match the map and workbench. Unknown sorterId is Failure. Transport errors stay 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API calls the same print and PHLC services Spec Ack uses today, in-process, not by looping back over HTTP.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copy printer onto the map. Do not compare workbench lab to the retrieved test lab. Audit workstation is the workbench station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 CPS and HMS. Relabel and Failure bins go back to staff Spec Ack. Add SORT_* to the Audit Trail filter.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a new POST; why hospital can be omitted; why DFT uses the same register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Print sits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   ·   CHANGE REQUEST   ·   CP3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508760"/>
            <a:ext cx="8595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POST on Specimen Acknowledgement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 or sends out a USID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staff scan a label and click Send-out or Register. The sorter will scan the tube and call LIS for those same actions.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93008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94176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94176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Sep 2026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00216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1384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01384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07424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08592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308592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5806440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Presenters: Ka   ·   Reviewers: Tony Chong, CP3 panel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6080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by Tony Chong  ·  SEM20260612  ·  JIRA not assigned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click today. The sorter will call LIS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2140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67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 and click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scan the specimen label on Specimen Acknowledgement and press Send-out or Register.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05072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212140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11496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A5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08576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Tubes go on a sorter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08576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will load tubes onto a sorter for scan, sort, and transport.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90688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212140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97112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B6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CR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94192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LIS call, then a bin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94192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calls LIS so the sorter can bin from send-out or registration status.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A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screen stays:  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 Acknowledgement remains the fallback when the sorter returns Relabel or Failure.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Spec Ack screen still owns validation and packing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7635240" cy="891540"/>
          </a:xfrm>
          <a:prstGeom prst="roundRect">
            <a:avLst>
              <a:gd name="adj" fmla="val 4103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91106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89888" y="185623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GCRS order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89888" y="2157984"/>
            <a:ext cx="5852160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looks up the order, then calls backend.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30068"/>
            <a:ext cx="7635240" cy="891540"/>
          </a:xfrm>
          <a:prstGeom prst="roundRect">
            <a:avLst>
              <a:gd name="adj" fmla="val 4103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308381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89888" y="294894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89888" y="3250692"/>
            <a:ext cx="5852160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calls backend. No packing on the screen.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22776"/>
            <a:ext cx="7635240" cy="891540"/>
          </a:xfrm>
          <a:prstGeom prst="roundRect">
            <a:avLst>
              <a:gd name="adj" fmla="val 4103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17652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89888" y="404164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89888" y="4343400"/>
            <a:ext cx="5852160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data conversion run on the screen, then backend writes.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15484"/>
            <a:ext cx="7635240" cy="891540"/>
          </a:xfrm>
          <a:prstGeom prst="roundRect">
            <a:avLst>
              <a:gd name="adj" fmla="val 4103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5269230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89888" y="513435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Worksheet printing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89888" y="5436108"/>
            <a:ext cx="5852160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groups tests, assigns request no., and maps ward and doctor, then backend prints.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458200" y="1737360"/>
            <a:ext cx="3182112" cy="4590288"/>
          </a:xfrm>
          <a:prstGeom prst="roundRect">
            <a:avLst>
              <a:gd name="adj" fmla="val 1149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32520" y="19659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PHLC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732520" y="2267712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 only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732520" y="2743200"/>
            <a:ext cx="2651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PHLC electronic order is a backend call after register. The screen does not convert it.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732520" y="5001768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path after Registered on the sorter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new POST on the Spec Ack 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532120" cy="3200400"/>
          </a:xfrm>
          <a:prstGeom prst="roundRect">
            <a:avLst>
              <a:gd name="adj" fmla="val 1143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A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/api/specack/sorter/auto-register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98348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"usid": "QHSP2500000012",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"sorterId": "KTH-SORTER-01",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"hospital": "QEH",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"hkid": null,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"patientName": null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315968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usid and sorterId are required. hospital may be omitted when the map has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46520" y="1819656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03720" y="1783080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Same-call status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130552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REGISTERED, SEND_OUT, RELABEL, or FAILURE. HTTP 200 for those. Soft alerts stay off the body.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880360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03720" y="2843784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identity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03720" y="3191256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hkid and patientName are optional. If sent and they mismatch the GCRS patient, Failure.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46520" y="3941064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03720" y="3904488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path, not an overload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4251960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reuse the staff register endpoint. No auth header in v1.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logic moves behind that POST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screen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tests, request no.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 ward and doctor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858768"/>
            <a:ext cx="484632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Then the screen calls register or print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PHLC is already a backend call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new API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19672" y="281635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checks and packing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existing backend writes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9672" y="3621024"/>
            <a:ext cx="4846320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Reuse register, worksheet print, and PHLC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Print and PHLC only after Registered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Send-out, Relabel, and Failure print nothing. A late worksheet does not change a status already returned.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map table supplies user and workbench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table loe_sorter_map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id maps to a dedicated LIS user and a workbench row.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Derive context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if omitted. Workstation, printer, and STAR location from workbench.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LOE_AUDIT_TRAIL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SORT_REG, SORT_SO, SORT_RELABEL, SORT_FAIL, plus REG and SEND_OUT.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SORT_* to the Audit Trail action filter. Unknown sorter id is Failure. Printer stays on workbench.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user, workbench, and map, then deploy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sorter user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LIS user on the audit trail. Not a shared staff login.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2492" y="1737360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6812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6812" y="256032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a workbench row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6812" y="3090672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sorter: hosp, lab, station name, location, printer.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68496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2452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79145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Insert the map row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" y="5321808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id, user, workbench id, lab, hosp, server name on loe_sorter_map.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22492" y="3968496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6812" y="422452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6812" y="479145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and open the path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96812" y="5321808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lis-crs-spec-ack-svc. NetworkPolicy only. No API key in v1.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middleware. Staff Spec Ack is unchanged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A8443A"/>
          </a:solidFill>
          <a:ln>
            <a:solidFill>
              <a:srgbClr val="A8443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clicks still retrieve, send-out, and register.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the map table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TABLE loe_sorter_map on full rollback. Leave or disable the workbench and user.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history rewrite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convert historical requests. Fallback is operational.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to ratify before build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5564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Leave v1 with NetworkPolicy only, no API key or Hub JWT?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206654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isolation as Spec Ack today (D1).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5420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 the tube when the USID has both local and send-out tests?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87121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Spec Ack only warns (D3).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33467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worksheets and PHLC only after Registered, after HTTP return?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367588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 prints nothing (D11, D4, D5).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16966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415137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SORT_* actions on the Audit Trail filter?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write REG and SEND_OUT (D6).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470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1663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already answered D1-D11. This room ratifies.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377440"/>
            <a:ext cx="109545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2743200"/>
            <a:ext cx="10954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latency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486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200" dirty="0">
                <a:solidFill>
                  <a:srgbClr val="C87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P95 &lt; 4 S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20 specimens a minute per lab in v1. Worksheet and PHLC sit after the sorter wait path.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2344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6093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23760" y="14356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production JIRA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23760" y="17647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6060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9809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0" y="28072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POST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31363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API on lis-crs-spec-ack-svc, including the packing the screen does today.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39776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43525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223760" y="41788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SIT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45079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user, workbench row, and loe_sorter_map before middleware is pointed at SIT.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224528"/>
            <a:ext cx="5120640" cy="1234440"/>
          </a:xfrm>
          <a:prstGeom prst="roundRect">
            <a:avLst>
              <a:gd name="adj" fmla="val 2963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40740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TMP-000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48006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  ·  Change Request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2026-09-10T04:08:16Z</dcterms:created>
  <dcterms:modified xsi:type="dcterms:W3CDTF">2026-09-10T04:08:16Z</dcterms:modified>
</cp:coreProperties>
</file>