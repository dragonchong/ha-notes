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Production JIRA is not assigned; TMP-000 is the dossier stand-in. Reference SEM20260612.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Writes are not the gap. Middleware cannot call /gcrSpecAckRegister without the packing object the screen builds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Overloading /gcrSpecAckRegister would keep the staff packing contract. Overloading ECPath5 register would keep a hard-coded user. The convertor has to move or the caller invents a second packing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 with no wkbh_location is Failure 4422. Mixed local and send-out is Failure, not ALS. DFT uses the same Spec Ack register() packing.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register() already assumes this packing. Skipping the convertor and porting only the validator still leaves an empty test-group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 Ack sendOutActions never prints. The ack auto-print flag is not used. Staff picker goes away: print all on the registration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Printer and STAR location come from workbench, not copied onto the map. Audit workstation is wkbh_station_name. Pilot CPS and HMS; Relabel and Failure bins go back to staff Spec 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 Workbench and user can stay inactive.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overload /gcrSpecAckRegister; why DFT skips /api/dftreg; why workbench lab is not checked against the test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Worksheet and PHLC sit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   ·   CHANGE REQUEST   ·   CP3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508760"/>
            <a:ext cx="8595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POST on Specimen Acknowledgement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 or sends out a USID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middleware calls lis-crs-spec-ack-svc. Flex packing, alerts, and hard checks move behind that call. Staff Spec Ack stays as the fallback.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93008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94176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94176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Sep 2026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0216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1384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01384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07424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08592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308592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5806440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Ka   ·   Reviewers: Tony Chong, CP3 panel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reviewed by Tony Chong  ·  reference SEM20260612  ·  production JIRA not assigned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sorter needs the staff click path in one call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2140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Ack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scan and click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USID is scanned on Specimen Acknowledgement. Staff then click Send-out or Register.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05072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212140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11496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A5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owners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08576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Writes are already in the service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08576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 and writes live in the Spec Ack service. Packing still sits in Flex.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90688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2140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97112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B6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94192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then a bin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94192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sorter must bin the tube from one LIS response in under four seconds.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use the staff GET:  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/retrieveGcrOrder hard-codes user ltc611. Do not call it.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still lives on the screen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owns the contract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promptAlert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GcrSpecAckDataValidator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GcrSpecAckDataConvertor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858768"/>
            <a:ext cx="484632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click send-out or register with that packing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Workbench comes from the PC login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GET retrieve hard-codes ltc611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POST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281635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/api/specack/sorter/auto-register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3419856"/>
            <a:ext cx="4846320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Convertor, validator, and ALS alerts run on the server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Reuse retrieve, sendOutSpecimen, register, worksheet, PHLC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APIs stay as they are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overload /gcrSpecAckRegister or the ECPath5 register. Both keep the wrong caller contract.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POST orchestrates retrieve, convert, then write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2240280" cy="1051560"/>
          </a:xfrm>
          <a:prstGeom prst="roundRect">
            <a:avLst>
              <a:gd name="adj" fmla="val 3478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auto-register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80360" y="2441448"/>
            <a:ext cx="292608" cy="256032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73552" y="1901952"/>
            <a:ext cx="2880360" cy="1371600"/>
          </a:xfrm>
          <a:prstGeom prst="hexagon">
            <a:avLst/>
          </a:prstGeom>
          <a:solidFill>
            <a:srgbClr val="E4F0F2"/>
          </a:solidFill>
          <a:ln w="12700"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Map, retrieve,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CPS/HMS, not mixed?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85716" y="3364992"/>
            <a:ext cx="256032" cy="384048"/>
          </a:xfrm>
          <a:prstGeom prst="downArrow">
            <a:avLst/>
          </a:prstGeom>
          <a:solidFill>
            <a:srgbClr val="56676C"/>
          </a:solidFill>
          <a:ln w="12700">
            <a:solidFill>
              <a:srgbClr val="5667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34290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45352" y="2441448"/>
            <a:ext cx="292608" cy="256032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44768" y="207568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38544" y="1901952"/>
            <a:ext cx="2606040" cy="1371600"/>
          </a:xfrm>
          <a:prstGeom prst="hexagon">
            <a:avLst/>
          </a:prstGeom>
          <a:solidFill>
            <a:srgbClr val="E4F0F2"/>
          </a:solidFill>
          <a:ln w="12700"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Relabel rules?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13548" y="3364992"/>
            <a:ext cx="256032" cy="384048"/>
          </a:xfrm>
          <a:prstGeom prst="downArrow">
            <a:avLst/>
          </a:prstGeom>
          <a:solidFill>
            <a:srgbClr val="56676C"/>
          </a:solidFill>
          <a:ln w="12700">
            <a:solidFill>
              <a:srgbClr val="5667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34290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336024" y="2441448"/>
            <a:ext cx="292608" cy="256032"/>
          </a:xfrm>
          <a:prstGeom prst="rightArrow">
            <a:avLst/>
          </a:prstGeom>
          <a:solidFill>
            <a:srgbClr val="C87F22"/>
          </a:solidFill>
          <a:ln w="12700">
            <a:solidFill>
              <a:srgbClr val="C87F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44584" y="207568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56064" y="2057400"/>
            <a:ext cx="1984248" cy="1051560"/>
          </a:xfrm>
          <a:prstGeom prst="roundRect">
            <a:avLst>
              <a:gd name="adj" fmla="val 3478"/>
            </a:avLst>
          </a:prstGeom>
          <a:solidFill>
            <a:srgbClr val="9A5C15"/>
          </a:solidFill>
          <a:ln w="12700"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SEND_OUT if all tests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LOE_SENDOUT_TEST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REGISTERED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73552" y="3822192"/>
            <a:ext cx="2880360" cy="914400"/>
          </a:xfrm>
          <a:prstGeom prst="roundRect">
            <a:avLst>
              <a:gd name="adj" fmla="val 4000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sorter, APS/BBS/MBS, mixed tests, STAR 4422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38544" y="3822192"/>
            <a:ext cx="2606040" cy="914400"/>
          </a:xfrm>
          <a:prstGeom prst="roundRect">
            <a:avLst>
              <a:gd name="adj" fmla="val 4000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RELABEL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lab-request write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1091672" cy="914400"/>
          </a:xfrm>
          <a:prstGeom prst="roundRect">
            <a:avLst>
              <a:gd name="adj" fmla="val 4000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32180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THIS PATH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8680" y="5596128"/>
            <a:ext cx="7635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DFT -&gt; Spec Ack register(), not /api/dftreg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49640" y="5614416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compare workbench lab to the retrieved test lab. Print only after REGISTERED.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Flex convertor moves behind the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532120" cy="3200400"/>
          </a:xfrm>
          <a:prstGeom prst="roundRect">
            <a:avLst>
              <a:gd name="adj" fmla="val 1143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A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GcrSpecAckDataConvertor.as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98348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convertRequestTestGroupDataFromGcrTest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convertRequestTestGroupDataToParam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convertRequestNoDataToParam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convertWardDataToParam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convertDoctorDataToParam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F9A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convertUserInputDataToParam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F9A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defaults, not screen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315968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Grouping, USID as request no., and ward/doctor mapping must exist before register().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46520" y="1819656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03720" y="1783080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replace checkboxes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130552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 time is server now. AAR off. Urgent workstation off. Labels off. No relabel checkbox.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880360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03720" y="2843784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register() already expects this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03720" y="3191256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Porting only the validator still leaves an empty test-group list.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3941064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3904488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 builders stay with print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4251960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Worksheet, send-out form, and SH Ro are built here, printed only after Registered.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only after Registered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029200"/>
                <a:gridCol w="38679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/ PHLC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REGISTERED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 packing via register()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6E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worksheets + PHLC after return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SEND_OUT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sendOutSpecimen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RELABEL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lab request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67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FAILURE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SORT_FAIL audit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67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34840"/>
            <a:ext cx="5440680" cy="1417320"/>
          </a:xfrm>
          <a:prstGeom prst="roundRect">
            <a:avLst>
              <a:gd name="adj" fmla="val 258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459028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 print is allowed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495604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 worksheet does not change a REGISTERED status already returned.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9632" y="4434840"/>
            <a:ext cx="5440680" cy="1417320"/>
          </a:xfrm>
          <a:prstGeom prst="roundRect">
            <a:avLst>
              <a:gd name="adj" fmla="val 258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73952" y="459028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all, no picker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73952" y="495604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worksheet picker is gone. Every Ro from the convertor prints.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user, workbench, and map, then deploy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17820" cy="1426464"/>
          </a:xfrm>
          <a:prstGeom prst="roundRect">
            <a:avLst>
              <a:gd name="adj" fmla="val 256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8691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B6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 user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sorter user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456432"/>
            <a:ext cx="4869180" cy="-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LIS user on LOE_AUDIT_TRAIL. Not ltc611.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22492" y="1737360"/>
            <a:ext cx="5417820" cy="1426464"/>
          </a:xfrm>
          <a:prstGeom prst="roundRect">
            <a:avLst>
              <a:gd name="adj" fmla="val 256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6812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96812" y="2560320"/>
            <a:ext cx="48691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workbench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96812" y="292608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a workbench row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6812" y="3456432"/>
            <a:ext cx="4869180" cy="-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sorter: hosp, lab, station name, location, printer.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5417820" cy="1426464"/>
          </a:xfrm>
          <a:prstGeom prst="roundRect">
            <a:avLst>
              <a:gd name="adj" fmla="val 256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67588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4242816"/>
            <a:ext cx="48691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loe_sorter_map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460857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 the map row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2960" y="5138928"/>
            <a:ext cx="4869180" cy="-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id, user, workbench id, lab, hosp, server name.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22492" y="3419856"/>
            <a:ext cx="5417820" cy="1426464"/>
          </a:xfrm>
          <a:prstGeom prst="roundRect">
            <a:avLst>
              <a:gd name="adj" fmla="val 2564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6812" y="367588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6812" y="4242816"/>
            <a:ext cx="48691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5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6812" y="460857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and open the path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96812" y="5138928"/>
            <a:ext cx="4869180" cy="-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lis-crs-spec-ack-svc. NetworkPolicy only. No API key in v1.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SORT_* to the Audit Trail filter. Still write REG and SEND_OUT.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middleware. Staff Spec Ack is unchanged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clicks still retrieve, send-out, and register. The staff APIs are untouched.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map table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TABLE loe_sorter_map on full rollback. Leave or disable the workbench and user.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history rewrite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convert historical requests. Fallback is operational, not a data rewrite.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to ratify before build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5564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 v1 with NetworkPolicy only, no API key or Hub JWT?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206654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isolation as Spec Ack today (D1).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5420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 the tube when the USID has both local and send-out tests?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87121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Spec Ack only warns (D3).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33467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worksheets and PHLC only after Registered, after HTTP return?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6758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 prints nothing (D11, D4, D5).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16966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SORT_* actions on the Audit Trail filter?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write REG and SEND_OUT (D6).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470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663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already answered D1-D11. This room ratifies.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109545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2743200"/>
            <a:ext cx="10954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latency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0" dirty="0">
                <a:solidFill>
                  <a:srgbClr val="C87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P95 &lt; 4 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 specimens a minute per lab in v1. Worksheet and PHLC sit after the sorter wait path.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2344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6093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14356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production JIRA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23760" y="17647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6060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9809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8072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POST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31363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orchestrator on lis-crs-spec-ack-svc, including the packing convertor.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39776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43525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23760" y="41788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5079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user, workbench row, and loe_sorter_map before middleware is pointed at SIT.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5120640" cy="1234440"/>
          </a:xfrm>
          <a:prstGeom prst="roundRect">
            <a:avLst>
              <a:gd name="adj" fmla="val 2963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0740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TMP-000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800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  ·  Change Request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2026-09-09T08:30:49Z</dcterms:created>
  <dcterms:modified xsi:type="dcterms:W3CDTF">2026-09-09T08:30:49Z</dcterms:modified>
</cp:coreProperties>
</file>