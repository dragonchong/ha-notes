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 is identity only. TMP-000 is the dossier stand-in. Tony Chong reviewed the design note.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As-is is the staff click path. To-be is the sorter calling LIS for the same send-out and registration actions. Checks and packing still sit on the screen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Amber is what moves. Group tests, request no., and ward/doctor mapping sit on registration, not on worksheet. Worksheet has its own convert, then print.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Hospital, if sent, must match the map and workbench. Unknown sorterId is Failure. Transport errors stay 500.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API calls the same print and PHLC services Spec Ack uses today, in-process, not by looping back over HTTP.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copy printer onto the map as a second source of truth. Do not compare workbench lab to the retrieved test lab.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Pilot CPS and HMS. Relabel and Failure bins go back to staff Spec Ack. Add SORT_* to the Audit Trail filter.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staff path is the fallback. Drop only the map 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Requester already answered D1-D11. This room is the ratification, not a new design pass.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Likely questions: why a new POST; why hospital can be omitted; why DFT uses the same register path.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Volume pass mark is about 20 specimens a minute per lab. Print sits after the sorter wait path.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32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508760"/>
            <a:ext cx="859536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4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Specimen Sorter API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685800" y="4892040"/>
            <a:ext cx="2532888" cy="868680"/>
          </a:xfrm>
          <a:prstGeom prst="roundRect">
            <a:avLst>
              <a:gd name="adj" fmla="val 4211"/>
            </a:avLst>
          </a:prstGeom>
          <a:solidFill>
            <a:srgbClr val="13525F"/>
          </a:solidFill>
          <a:ln w="12700">
            <a:solidFill>
              <a:srgbClr val="13525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86968" y="5029200"/>
            <a:ext cx="2121408" cy="2194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86968" y="5266944"/>
            <a:ext cx="2121408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lis-crs-spec-ack-svc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493008" y="4892040"/>
            <a:ext cx="2532888" cy="868680"/>
          </a:xfrm>
          <a:prstGeom prst="roundRect">
            <a:avLst>
              <a:gd name="adj" fmla="val 4211"/>
            </a:avLst>
          </a:prstGeom>
          <a:solidFill>
            <a:srgbClr val="13525F"/>
          </a:solidFill>
          <a:ln w="12700">
            <a:solidFill>
              <a:srgbClr val="13525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94176" y="5029200"/>
            <a:ext cx="2121408" cy="2194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694176" y="5266944"/>
            <a:ext cx="2121408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Sep 2026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300216" y="4892040"/>
            <a:ext cx="2532888" cy="868680"/>
          </a:xfrm>
          <a:prstGeom prst="roundRect">
            <a:avLst>
              <a:gd name="adj" fmla="val 4211"/>
            </a:avLst>
          </a:prstGeom>
          <a:solidFill>
            <a:srgbClr val="13525F"/>
          </a:solidFill>
          <a:ln w="12700">
            <a:solidFill>
              <a:srgbClr val="13525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01384" y="5029200"/>
            <a:ext cx="2121408" cy="2194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JIRA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501384" y="5266944"/>
            <a:ext cx="2121408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TMP-000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9107424" y="4892040"/>
            <a:ext cx="2532888" cy="868680"/>
          </a:xfrm>
          <a:prstGeom prst="roundRect">
            <a:avLst>
              <a:gd name="adj" fmla="val 4211"/>
            </a:avLst>
          </a:prstGeom>
          <a:solidFill>
            <a:srgbClr val="13525F"/>
          </a:solidFill>
          <a:ln w="12700">
            <a:solidFill>
              <a:srgbClr val="13525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308592" y="5029200"/>
            <a:ext cx="2121408" cy="2194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9308592" y="5266944"/>
            <a:ext cx="2121408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CP3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405872" y="614476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11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0B6E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Staff click today. The sorter will call LIS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94960" cy="3063240"/>
          </a:xfrm>
          <a:prstGeom prst="roundRect">
            <a:avLst>
              <a:gd name="adj" fmla="val 1194"/>
            </a:avLst>
          </a:prstGeom>
          <a:solidFill>
            <a:srgbClr val="F7E7E4"/>
          </a:solidFill>
          <a:ln w="12700">
            <a:solidFill>
              <a:srgbClr val="F7E7E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956816"/>
            <a:ext cx="484632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A84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AS-IS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2960" y="2267712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Staff scan and click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960" y="2816352"/>
            <a:ext cx="48463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0832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scan the specimen label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0832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press Send-out or Register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22960" y="3621024"/>
            <a:ext cx="4846320" cy="9966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On Specimen Acknowledgement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One tube, one staff action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45352" y="1737360"/>
            <a:ext cx="5394960" cy="3063240"/>
          </a:xfrm>
          <a:prstGeom prst="roundRect">
            <a:avLst>
              <a:gd name="adj" fmla="val 1194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19672" y="1956816"/>
            <a:ext cx="484632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0B6E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TO-BE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519672" y="2267712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Sorter scans, LIS answers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519672" y="2816352"/>
            <a:ext cx="48463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0832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sorter scans for sort and transport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0832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 API for send-out or register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519672" y="3621024"/>
            <a:ext cx="4846320" cy="9966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One call, then a bin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Staff screen stays as fallback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4983480"/>
            <a:ext cx="11091672" cy="868680"/>
          </a:xfrm>
          <a:prstGeom prst="roundRect">
            <a:avLst>
              <a:gd name="adj" fmla="val 4211"/>
            </a:avLst>
          </a:prstGeom>
          <a:solidFill>
            <a:srgbClr val="FAEEDB"/>
          </a:solidFill>
          <a:ln w="12700">
            <a:solidFill>
              <a:srgbClr val="FAEE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8680" y="5120640"/>
            <a:ext cx="10424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8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Specimen Acknowledgement remains the fallback when the sorter returns Relabel or Failure.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0405872" y="614476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0B6E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DESIGN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Spec Ack screen still owns validation and packing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5486400"/>
                <a:gridCol w="3136392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2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Front-end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2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Back-end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23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832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Retrieve GCRS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832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Scan Specimen Label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832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Calls backend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832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Send-out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832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Presses Send-out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832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Calls backend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832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9A5C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Presses Register Request. Validates. Groups tests, request no., maps ward and doctor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E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832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Calls backend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832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Worksheet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9A5C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Converts worksheet data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E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832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Calls backend to print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832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PHLC order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832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832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Calls backend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10405872" y="614476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0B6E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CHANGE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new POST on the Spec Ack service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532120" cy="3200400"/>
          </a:xfrm>
          <a:prstGeom prst="roundRect">
            <a:avLst>
              <a:gd name="adj" fmla="val 1143"/>
            </a:avLst>
          </a:prstGeom>
          <a:solidFill>
            <a:srgbClr val="08323B"/>
          </a:solidFill>
          <a:ln w="12700">
            <a:solidFill>
              <a:srgbClr val="0832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8745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FBAC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/api/specack/sorter/auto-register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22960" y="2286000"/>
            <a:ext cx="4983480" cy="2029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C87F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"usid": "QHSP2500000012",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C87F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"sorterId": "KTH-SORTER-01",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"hospital": "QEH",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"hkid": null,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"patientName": null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4315968"/>
            <a:ext cx="498348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usid and sorterId are required. hospital may be omitted when the map has it.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46520" y="1819656"/>
            <a:ext cx="274320" cy="274320"/>
          </a:xfrm>
          <a:prstGeom prst="ellipse">
            <a:avLst/>
          </a:prstGeom>
          <a:solidFill>
            <a:srgbClr val="0B6E7F"/>
          </a:solidFill>
          <a:ln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03720" y="1783080"/>
            <a:ext cx="4736592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8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Same-call status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903720" y="2130552"/>
            <a:ext cx="473659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REGISTERED, SEND_OUT, RELABEL, or FAILURE. Soft alerts stay off the body.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46520" y="2880360"/>
            <a:ext cx="274320" cy="274320"/>
          </a:xfrm>
          <a:prstGeom prst="ellipse">
            <a:avLst/>
          </a:prstGeom>
          <a:solidFill>
            <a:srgbClr val="0B6E7F"/>
          </a:solidFill>
          <a:ln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903720" y="2843784"/>
            <a:ext cx="4736592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8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identity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903720" y="3191256"/>
            <a:ext cx="473659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hkid and patientName. If sent and they mismatch, Failure.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46520" y="3941064"/>
            <a:ext cx="274320" cy="274320"/>
          </a:xfrm>
          <a:prstGeom prst="ellipse">
            <a:avLst/>
          </a:prstGeom>
          <a:solidFill>
            <a:srgbClr val="0B6E7F"/>
          </a:solidFill>
          <a:ln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903720" y="3904488"/>
            <a:ext cx="4736592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8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path, not an overload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903720" y="4251960"/>
            <a:ext cx="473659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reuse the staff register call. No auth header in v1.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0405872" y="614476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0B6E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CHANGE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Screen logic moves behind that POST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94960" cy="3063240"/>
          </a:xfrm>
          <a:prstGeom prst="roundRect">
            <a:avLst>
              <a:gd name="adj" fmla="val 1194"/>
            </a:avLst>
          </a:prstGeom>
          <a:solidFill>
            <a:srgbClr val="F7E7E4"/>
          </a:solidFill>
          <a:ln w="12700">
            <a:solidFill>
              <a:srgbClr val="F7E7E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956816"/>
            <a:ext cx="484632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A84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2960" y="2267712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 the screen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960" y="2816352"/>
            <a:ext cx="48463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0832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validate, then convert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0832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 tests, request no.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0832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map ward and doctor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22960" y="3858768"/>
            <a:ext cx="4846320" cy="758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Worksheet convert also runs here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Then the screen calls register or print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45352" y="1737360"/>
            <a:ext cx="5394960" cy="3063240"/>
          </a:xfrm>
          <a:prstGeom prst="roundRect">
            <a:avLst>
              <a:gd name="adj" fmla="val 1194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19672" y="1956816"/>
            <a:ext cx="484632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0B6E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519672" y="2267712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 the new API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519672" y="2816352"/>
            <a:ext cx="48463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0832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same checks and packing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0832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then existing backend writes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519672" y="3621024"/>
            <a:ext cx="4846320" cy="9966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Reuse register, worksheet print, and PHLC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Print and PHLC only after Registered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4983480"/>
            <a:ext cx="11091672" cy="868680"/>
          </a:xfrm>
          <a:prstGeom prst="roundRect">
            <a:avLst>
              <a:gd name="adj" fmla="val 4211"/>
            </a:avLst>
          </a:prstGeom>
          <a:solidFill>
            <a:srgbClr val="FAEEDB"/>
          </a:solidFill>
          <a:ln w="12700">
            <a:solidFill>
              <a:srgbClr val="FAEE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8680" y="5120640"/>
            <a:ext cx="10424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8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Send-out, Relabel, and Failure print nothing. A late worksheet does not change a status already returned.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0405872" y="614476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0B6E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CHANGE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map supplies hospital, workstation, and user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526536" cy="3108960"/>
          </a:xfrm>
          <a:prstGeom prst="roundRect">
            <a:avLst>
              <a:gd name="adj" fmla="val 1176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993392"/>
            <a:ext cx="384048" cy="384048"/>
          </a:xfrm>
          <a:prstGeom prst="ellipse">
            <a:avLst/>
          </a:prstGeom>
          <a:solidFill>
            <a:srgbClr val="0B6E7F"/>
          </a:solidFill>
          <a:ln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2560320"/>
            <a:ext cx="297789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New map table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22960" y="3090672"/>
            <a:ext cx="2977896" cy="1572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loe_specimen_sorter_map. Sorter id maps to a dedicated LIS user and a workbench.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31208" y="1737360"/>
            <a:ext cx="3526536" cy="3108960"/>
          </a:xfrm>
          <a:prstGeom prst="roundRect">
            <a:avLst>
              <a:gd name="adj" fmla="val 1176"/>
            </a:avLst>
          </a:prstGeom>
          <a:solidFill>
            <a:srgbClr val="F1F3F3"/>
          </a:solidFill>
          <a:ln w="12700">
            <a:solidFill>
              <a:srgbClr val="F1F3F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05528" y="1993392"/>
            <a:ext cx="384048" cy="384048"/>
          </a:xfrm>
          <a:prstGeom prst="ellipse">
            <a:avLst/>
          </a:prstGeom>
          <a:solidFill>
            <a:srgbClr val="56676C"/>
          </a:solidFill>
          <a:ln>
            <a:solidFill>
              <a:srgbClr val="56676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605528" y="2560320"/>
            <a:ext cx="297789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Derive from the map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4605528" y="3090672"/>
            <a:ext cx="2977896" cy="1572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if the request omits it. Workstation and user from the same row.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113776" y="1737360"/>
            <a:ext cx="3526536" cy="3108960"/>
          </a:xfrm>
          <a:prstGeom prst="roundRect">
            <a:avLst>
              <a:gd name="adj" fmla="val 1176"/>
            </a:avLst>
          </a:prstGeom>
          <a:solidFill>
            <a:srgbClr val="FAEEDB"/>
          </a:solidFill>
          <a:ln w="12700">
            <a:solidFill>
              <a:srgbClr val="FAEED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88096" y="1993392"/>
            <a:ext cx="384048" cy="384048"/>
          </a:xfrm>
          <a:prstGeom prst="ellipse">
            <a:avLst/>
          </a:prstGeom>
          <a:solidFill>
            <a:srgbClr val="9A5C15"/>
          </a:solidFill>
          <a:ln>
            <a:solidFill>
              <a:srgbClr val="9A5C1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388096" y="2560320"/>
            <a:ext cx="297789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LOE_AUDIT_TRAIL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388096" y="3090672"/>
            <a:ext cx="2977896" cy="1572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SORT_REG, SORT_SO, SORT_RELABEL, SORT_FAIL, plus REG and SEND_OUT.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4983480"/>
            <a:ext cx="11091672" cy="868680"/>
          </a:xfrm>
          <a:prstGeom prst="roundRect">
            <a:avLst>
              <a:gd name="adj" fmla="val 4211"/>
            </a:avLst>
          </a:prstGeom>
          <a:solidFill>
            <a:srgbClr val="FAEEDB"/>
          </a:solidFill>
          <a:ln w="12700">
            <a:solidFill>
              <a:srgbClr val="FAEE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" y="5120640"/>
            <a:ext cx="10424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8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SORT_* to the Audit Trail action filter. Unknown sorter id is Failure. Printer stays on workbench.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405872" y="614476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0B6E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Seed user, workbench, and map, then deploy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417820" cy="1975104"/>
          </a:xfrm>
          <a:prstGeom prst="roundRect">
            <a:avLst>
              <a:gd name="adj" fmla="val 1852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993392"/>
            <a:ext cx="384048" cy="384048"/>
          </a:xfrm>
          <a:prstGeom prst="ellipse">
            <a:avLst/>
          </a:prstGeom>
          <a:solidFill>
            <a:srgbClr val="0B6E7F"/>
          </a:solidFill>
          <a:ln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2560320"/>
            <a:ext cx="48691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Create the sorter user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22960" y="3090672"/>
            <a:ext cx="486918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 LIS user on the audit trail. Not a shared staff login.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22492" y="1737360"/>
            <a:ext cx="5417820" cy="1975104"/>
          </a:xfrm>
          <a:prstGeom prst="roundRect">
            <a:avLst>
              <a:gd name="adj" fmla="val 1852"/>
            </a:avLst>
          </a:prstGeom>
          <a:solidFill>
            <a:srgbClr val="F1F3F3"/>
          </a:solidFill>
          <a:ln w="12700">
            <a:solidFill>
              <a:srgbClr val="F1F3F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6812" y="1993392"/>
            <a:ext cx="384048" cy="384048"/>
          </a:xfrm>
          <a:prstGeom prst="ellipse">
            <a:avLst/>
          </a:prstGeom>
          <a:solidFill>
            <a:srgbClr val="56676C"/>
          </a:solidFill>
          <a:ln>
            <a:solidFill>
              <a:srgbClr val="56676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96812" y="2560320"/>
            <a:ext cx="48691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Seed a workbench row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496812" y="3090672"/>
            <a:ext cx="486918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row per sorter: hosp, lab, station name, location, printer.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968496"/>
            <a:ext cx="5417820" cy="1975104"/>
          </a:xfrm>
          <a:prstGeom prst="roundRect">
            <a:avLst>
              <a:gd name="adj" fmla="val 1852"/>
            </a:avLst>
          </a:prstGeom>
          <a:solidFill>
            <a:srgbClr val="F1F3F3"/>
          </a:solidFill>
          <a:ln w="12700">
            <a:solidFill>
              <a:srgbClr val="F1F3F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4224528"/>
            <a:ext cx="384048" cy="384048"/>
          </a:xfrm>
          <a:prstGeom prst="ellipse">
            <a:avLst/>
          </a:prstGeom>
          <a:solidFill>
            <a:srgbClr val="56676C"/>
          </a:solidFill>
          <a:ln>
            <a:solidFill>
              <a:srgbClr val="56676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22960" y="4791456"/>
            <a:ext cx="48691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Insert the map row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22960" y="5321808"/>
            <a:ext cx="486918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Sorter id, user, and workbench id on loe_specimen_sorter_map.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22492" y="3968496"/>
            <a:ext cx="5417820" cy="1975104"/>
          </a:xfrm>
          <a:prstGeom prst="roundRect">
            <a:avLst>
              <a:gd name="adj" fmla="val 1852"/>
            </a:avLst>
          </a:prstGeom>
          <a:solidFill>
            <a:srgbClr val="FAEEDB"/>
          </a:solidFill>
          <a:ln w="12700">
            <a:solidFill>
              <a:srgbClr val="FAEE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96812" y="4224528"/>
            <a:ext cx="384048" cy="384048"/>
          </a:xfrm>
          <a:prstGeom prst="ellipse">
            <a:avLst/>
          </a:prstGeom>
          <a:solidFill>
            <a:srgbClr val="9A5C15"/>
          </a:solidFill>
          <a:ln>
            <a:solidFill>
              <a:srgbClr val="9A5C1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96812" y="4791456"/>
            <a:ext cx="48691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Deploy and open the path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496812" y="5321808"/>
            <a:ext cx="486918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lis-crs-spec-ack-svc. NetworkPolicy only. No API key in v1.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0405872" y="614476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0B6E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Stop middleware. Staff Spec Ack is unchanged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526536" cy="3108960"/>
          </a:xfrm>
          <a:prstGeom prst="roundRect">
            <a:avLst>
              <a:gd name="adj" fmla="val 1176"/>
            </a:avLst>
          </a:prstGeom>
          <a:solidFill>
            <a:srgbClr val="F7E7E4"/>
          </a:solidFill>
          <a:ln w="12700">
            <a:solidFill>
              <a:srgbClr val="F7E7E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993392"/>
            <a:ext cx="384048" cy="384048"/>
          </a:xfrm>
          <a:prstGeom prst="ellipse">
            <a:avLst/>
          </a:prstGeom>
          <a:solidFill>
            <a:srgbClr val="A8443A"/>
          </a:solidFill>
          <a:ln>
            <a:solidFill>
              <a:srgbClr val="A8443A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2560320"/>
            <a:ext cx="297789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Stop middleware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22960" y="3090672"/>
            <a:ext cx="2977896" cy="1572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clicks still retrieve, send-out, and register.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31208" y="1737360"/>
            <a:ext cx="3526536" cy="3108960"/>
          </a:xfrm>
          <a:prstGeom prst="roundRect">
            <a:avLst>
              <a:gd name="adj" fmla="val 1176"/>
            </a:avLst>
          </a:prstGeom>
          <a:solidFill>
            <a:srgbClr val="FAEEDB"/>
          </a:solidFill>
          <a:ln w="12700">
            <a:solidFill>
              <a:srgbClr val="FAEE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05528" y="1993392"/>
            <a:ext cx="384048" cy="384048"/>
          </a:xfrm>
          <a:prstGeom prst="ellipse">
            <a:avLst/>
          </a:prstGeom>
          <a:solidFill>
            <a:srgbClr val="9A5C15"/>
          </a:solidFill>
          <a:ln>
            <a:solidFill>
              <a:srgbClr val="9A5C1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605528" y="2560320"/>
            <a:ext cx="297789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Drop the map table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4605528" y="3090672"/>
            <a:ext cx="2977896" cy="1572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TABLE loe_specimen_sorter_map on full rollback. Leave or disable the workbench and user.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113776" y="1737360"/>
            <a:ext cx="3526536" cy="3108960"/>
          </a:xfrm>
          <a:prstGeom prst="roundRect">
            <a:avLst>
              <a:gd name="adj" fmla="val 1176"/>
            </a:avLst>
          </a:prstGeom>
          <a:solidFill>
            <a:srgbClr val="F1F3F3"/>
          </a:solidFill>
          <a:ln w="12700">
            <a:solidFill>
              <a:srgbClr val="F1F3F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88096" y="1993392"/>
            <a:ext cx="384048" cy="384048"/>
          </a:xfrm>
          <a:prstGeom prst="ellipse">
            <a:avLst/>
          </a:prstGeom>
          <a:solidFill>
            <a:srgbClr val="56676C"/>
          </a:solidFill>
          <a:ln>
            <a:solidFill>
              <a:srgbClr val="56676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388096" y="2560320"/>
            <a:ext cx="297789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history rewrite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388096" y="3090672"/>
            <a:ext cx="2977896" cy="1572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convert historical requests. Fallback is operational.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405872" y="614476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0B6E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QUESTIONS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decisions to ratify before build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755648"/>
            <a:ext cx="384048" cy="384048"/>
          </a:xfrm>
          <a:prstGeom prst="ellipse">
            <a:avLst/>
          </a:prstGeom>
          <a:solidFill>
            <a:srgbClr val="0B6E7F"/>
          </a:solidFill>
          <a:ln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188720" y="1737360"/>
            <a:ext cx="10058400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Leave v1 with NetworkPolicy only, no API key or Hub JWT?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188720" y="2066544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isolation as Spec Ack today (D1).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2560320"/>
            <a:ext cx="384048" cy="384048"/>
          </a:xfrm>
          <a:prstGeom prst="ellipse">
            <a:avLst/>
          </a:prstGeom>
          <a:solidFill>
            <a:srgbClr val="0B6E7F"/>
          </a:solidFill>
          <a:ln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88720" y="2542032"/>
            <a:ext cx="10058400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Fail the tube when the USID has both local and send-out tests?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188720" y="2871216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Spec Ack only warns (D3).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3364992"/>
            <a:ext cx="384048" cy="384048"/>
          </a:xfrm>
          <a:prstGeom prst="ellipse">
            <a:avLst/>
          </a:prstGeom>
          <a:solidFill>
            <a:srgbClr val="0B6E7F"/>
          </a:solidFill>
          <a:ln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88720" y="3346704"/>
            <a:ext cx="10058400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Print worksheets and PHLC only after Registered, after HTTP return?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188720" y="367588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Send-out prints nothing (D11, D4, D5).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48640" y="4169664"/>
            <a:ext cx="384048" cy="384048"/>
          </a:xfrm>
          <a:prstGeom prst="ellipse">
            <a:avLst/>
          </a:prstGeom>
          <a:solidFill>
            <a:srgbClr val="0B6E7F"/>
          </a:solidFill>
          <a:ln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88720" y="4151376"/>
            <a:ext cx="10058400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Show SORT_* actions on the Audit Trail filter?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188720" y="44805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write REG and SEND_OUT (D6).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5029200"/>
            <a:ext cx="11091672" cy="777240"/>
          </a:xfrm>
          <a:prstGeom prst="roundRect">
            <a:avLst>
              <a:gd name="adj" fmla="val 4706"/>
            </a:avLst>
          </a:prstGeom>
          <a:solidFill>
            <a:srgbClr val="FAEEDB"/>
          </a:solidFill>
          <a:ln w="12700">
            <a:solidFill>
              <a:srgbClr val="FAEE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" y="5166360"/>
            <a:ext cx="10424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8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Requester already answered D1-D11. This room ratifies.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405872" y="614476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832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377440"/>
            <a:ext cx="10954512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2743200"/>
            <a:ext cx="10954512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4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Q&amp;A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10405872" y="614476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832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777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10972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Target latency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85800" y="1691640"/>
            <a:ext cx="548640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200" dirty="0">
                <a:solidFill>
                  <a:srgbClr val="C87F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P95 &lt; 4 S</a:t>
            </a:r>
            <a:endParaRPr lang="en-US" sz="6200" dirty="0"/>
          </a:p>
        </p:txBody>
      </p:sp>
      <p:sp>
        <p:nvSpPr>
          <p:cNvPr id="5" name="Text 3"/>
          <p:cNvSpPr/>
          <p:nvPr/>
        </p:nvSpPr>
        <p:spPr>
          <a:xfrm>
            <a:off x="685800" y="283464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20 specimens a minute per lab in v1. Worksheet and PHLC sit after the sorter wait path.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1234440"/>
            <a:ext cx="5239512" cy="1143000"/>
          </a:xfrm>
          <a:prstGeom prst="roundRect">
            <a:avLst>
              <a:gd name="adj" fmla="val 3200"/>
            </a:avLst>
          </a:prstGeom>
          <a:solidFill>
            <a:srgbClr val="13525F"/>
          </a:solidFill>
          <a:ln w="12700">
            <a:solidFill>
              <a:srgbClr val="13525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675120" y="1609344"/>
            <a:ext cx="384048" cy="384048"/>
          </a:xfrm>
          <a:prstGeom prst="ellipse">
            <a:avLst/>
          </a:prstGeom>
          <a:solidFill>
            <a:srgbClr val="0B6E7F"/>
          </a:solidFill>
          <a:ln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223760" y="1435608"/>
            <a:ext cx="420624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 a production JIRA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223760" y="1764792"/>
            <a:ext cx="42062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TMP-000. Reference remains SEM20260612.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0" y="2606040"/>
            <a:ext cx="5239512" cy="1143000"/>
          </a:xfrm>
          <a:prstGeom prst="roundRect">
            <a:avLst>
              <a:gd name="adj" fmla="val 3200"/>
            </a:avLst>
          </a:prstGeom>
          <a:solidFill>
            <a:srgbClr val="13525F"/>
          </a:solidFill>
          <a:ln w="12700">
            <a:solidFill>
              <a:srgbClr val="1352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75120" y="2980944"/>
            <a:ext cx="384048" cy="384048"/>
          </a:xfrm>
          <a:prstGeom prst="ellipse">
            <a:avLst/>
          </a:prstGeom>
          <a:solidFill>
            <a:srgbClr val="0B6E7F"/>
          </a:solidFill>
          <a:ln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223760" y="2807208"/>
            <a:ext cx="420624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 the POST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223760" y="3136392"/>
            <a:ext cx="42062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API on lis-crs-spec-ack-svc, including the packing the screen does today.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0" y="3977640"/>
            <a:ext cx="5239512" cy="1143000"/>
          </a:xfrm>
          <a:prstGeom prst="roundRect">
            <a:avLst>
              <a:gd name="adj" fmla="val 3200"/>
            </a:avLst>
          </a:prstGeom>
          <a:solidFill>
            <a:srgbClr val="13525F"/>
          </a:solidFill>
          <a:ln w="12700">
            <a:solidFill>
              <a:srgbClr val="13525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675120" y="4352544"/>
            <a:ext cx="384048" cy="384048"/>
          </a:xfrm>
          <a:prstGeom prst="ellipse">
            <a:avLst/>
          </a:prstGeom>
          <a:solidFill>
            <a:srgbClr val="0B6E7F"/>
          </a:solidFill>
          <a:ln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223760" y="4178808"/>
            <a:ext cx="420624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SIT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7223760" y="4507992"/>
            <a:ext cx="42062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Sorter user, workbench row, and loe_specimen_sorter_map before middleware is pointed at SIT.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85800" y="4224528"/>
            <a:ext cx="5120640" cy="1234440"/>
          </a:xfrm>
          <a:prstGeom prst="roundRect">
            <a:avLst>
              <a:gd name="adj" fmla="val 2963"/>
            </a:avLst>
          </a:prstGeom>
          <a:solidFill>
            <a:srgbClr val="13525F"/>
          </a:solidFill>
          <a:ln w="12700">
            <a:solidFill>
              <a:srgbClr val="13525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60120" y="4407408"/>
            <a:ext cx="4572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TMP-000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960120" y="480060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lis-crs-spec-ack-svc  ·  Change Request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10405872" y="614476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Hospital Authority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Specimen Sorter API</dc:title>
  <dc:subject>lis-crs-spec-ack-svc — one POST to auto-register or send out from a USID</dc:subject>
  <dc:creator>LIS Team</dc:creator>
  <cp:lastModifiedBy>LIS Team</cp:lastModifiedBy>
  <cp:revision>1</cp:revision>
  <dcterms:created xsi:type="dcterms:W3CDTF">2026-09-10T07:34:15Z</dcterms:created>
  <dcterms:modified xsi:type="dcterms:W3CDTF">2026-09-10T07:34:15Z</dcterms:modified>
</cp:coreProperties>
</file>