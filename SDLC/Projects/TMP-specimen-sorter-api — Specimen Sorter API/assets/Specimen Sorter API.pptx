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is identity only. TMP-000 is the dossier stand-in. Tony Chong reviewed the design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As-is is the staff click path. To-be is the sorter calling LIS for the same send-out and registration actions. Checks and packing still sit on the screen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Amber is what moves. Group tests, request no., and ward/doctor mapping sit on registration, not on worksheet. Worksheet has its own convert, then 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Hospital, if sent, must match the map and workbench. Unknown sorterId is Failure. Transport errors stay 500.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sorter POST stays on lis-crs-spec-ack-svc. The register write is lis-request-svc, POST /api/registration. Audit stays on the Spec Ack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next slides walk each Spec Ack action. The API calls the same print and PHLC services Spec Ack uses today, in-process, not by looping back over HTTP.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 today pick a workbench by PC name or IP. The sorter has no PC login, so the map is the lookup. Printer stays on workbench.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workbench has no STAR location, that is Failure 4422 later in the checks. The map does not invent a 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staff retrieve GET stays. The sorter must not call it. CPS and HMS only. DFT and STAR on those labs still retrieve.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the list the send-out test table if asked. Mixed is Failure so the sorter does not split one tube.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mixed change out loud. Staff can still click through that popup. The sorter cannot split the tube.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half of the soft set from the confirmed requirement. Next slide has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Mixed is not here. The locked design made mixed a hard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auto-create an unmapped doctor or location. Soft set on the previous two slides is not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Partial DFT remainder is Relabel. DFT still uses Spec Ack register, not the DFT register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destination can follow request location when that Spec Ack option is on. Port the existing rule. Do not invent a new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three staff print services, in-process, no HTTP loopback. Registration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PHLC is already backend. The change is when it runs. Do not invent a new PHLC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 CPS and HMS. Relabel and Failure bins go back to staff Spec Ack. Add SORT_* to the Audit Trail filter.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staff path is the fallback. Drop only the map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Requester already answered D1-D11. This room is the ratification, not a new design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Likely questions: why a new POST; why hospital can be omitted; why DFT uses the same register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Volume pass mark is about 20 specimens a minute per lab. Print sits after the sorter wait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2232279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CP3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81862" y="2346579"/>
            <a:ext cx="301752" cy="10973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02486" y="2232279"/>
            <a:ext cx="99799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 SEP 2026  ·  CHANGE REQUEST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58952" y="2598039"/>
            <a:ext cx="909828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Specimen Sorter API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758952" y="3335655"/>
            <a:ext cx="65836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 staff scan a label and click Send-out or Register. The sorter will scan the tube and call LIS for those same actions.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4195953"/>
            <a:ext cx="16337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58952" y="4406265"/>
            <a:ext cx="1633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lis-crs-spec-ack-svc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48712" y="4195953"/>
            <a:ext cx="10973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04744" y="4195953"/>
            <a:ext cx="947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04744" y="4406265"/>
            <a:ext cx="947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Sep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08704" y="4195953"/>
            <a:ext cx="10973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4736" y="4195953"/>
            <a:ext cx="6431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JIRA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64736" y="4406265"/>
            <a:ext cx="643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TMP-000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63896" y="4195953"/>
            <a:ext cx="10973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9928" y="4195953"/>
            <a:ext cx="82981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19928" y="4406265"/>
            <a:ext cx="8298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05778" y="4195953"/>
            <a:ext cx="10973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1810" y="4195953"/>
            <a:ext cx="9098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61810" y="4406265"/>
            <a:ext cx="909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27670" y="4195953"/>
            <a:ext cx="10973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83702" y="4195953"/>
            <a:ext cx="1709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83702" y="4406265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Tony Chong, CP3 panel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8952" y="605332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status: draft  ·  for briefing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BACKGROUND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Staff scans and presses today. The sorter will call LIS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401824"/>
            <a:ext cx="5335524" cy="2420112"/>
          </a:xfrm>
          <a:prstGeom prst="roundRect">
            <a:avLst>
              <a:gd name="adj" fmla="val 453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920" y="2726436"/>
            <a:ext cx="609219" cy="22860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AS-IS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602867" y="2694432"/>
            <a:ext cx="40679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Staff scans and presses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83920" y="3151632"/>
            <a:ext cx="4786884" cy="603504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1936" y="3261360"/>
            <a:ext cx="45308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the specimen label</a:t>
            </a:r>
            <a:endParaRPr lang="en-US" sz="1125" dirty="0"/>
          </a:p>
          <a:p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 Send-out or Register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883920" y="3892296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Specimen Acknowledgement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3920" y="4219956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tube, one staff action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46876" y="2401824"/>
            <a:ext cx="5335524" cy="2420112"/>
          </a:xfrm>
          <a:prstGeom prst="roundRect">
            <a:avLst>
              <a:gd name="adj" fmla="val 4534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1196" y="2726436"/>
            <a:ext cx="609219" cy="2286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TO-BE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7240143" y="2694432"/>
            <a:ext cx="40679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Sorter scans, LIS answers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21196" y="3151632"/>
            <a:ext cx="4786884" cy="603504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9212" y="3261360"/>
            <a:ext cx="45308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sorter scans for sort and transport</a:t>
            </a:r>
            <a:endParaRPr lang="en-US" sz="1125" dirty="0"/>
          </a:p>
          <a:p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 API for send-out or register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6521196" y="3892296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call, then a bin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21196" y="4219956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screen stays as fallback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9600" y="505053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Specimen Acknowledgement remains the fallback when the sorter returns Relabel or Failure.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EXISTING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Spec Ack screen still owns validation and packing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2514600"/>
          <a:ext cx="10972800" cy="914400"/>
        </p:xfrm>
        <a:graphic>
          <a:graphicData uri="http://schemas.openxmlformats.org/drawingml/2006/table">
            <a:tbl>
              <a:tblPr/>
              <a:tblGrid>
                <a:gridCol w="2442420"/>
                <a:gridCol w="5427601"/>
                <a:gridCol w="3102779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Front-end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Back-end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Retrieve GCRS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Scan Specimen Label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Calls backend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Send-out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Presses Send-out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Calls backend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Registration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B4530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Presses Register Request. Validates. Groups tests, request no., maps ward and doctor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Calls backend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Worksheet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B4530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Converts worksheet data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Calls backend to print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PHLC order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Calls backend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600" y="2514600"/>
            <a:ext cx="10972800" cy="2743200"/>
          </a:xfrm>
          <a:prstGeom prst="roundRect">
            <a:avLst>
              <a:gd name="adj" fmla="val 4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PROPOSED CHANGE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new POST on the Spec Ack service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567178"/>
            <a:ext cx="5870448" cy="2290572"/>
          </a:xfrm>
          <a:prstGeom prst="roundRect">
            <a:avLst>
              <a:gd name="adj" fmla="val 4790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7344" y="278663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/api/sorter/auto-register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847344" y="3079242"/>
            <a:ext cx="5394960" cy="159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"usid": "QHSP2500000012",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"sorterId": "KTH-SORTER-01",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"hospital": "QEH",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"hkid": null,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"patientName": null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09600" y="4967478"/>
            <a:ext cx="5870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usid and sorterId are required. hospital may be omitted when the map has it.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6781800" y="2318004"/>
            <a:ext cx="4800600" cy="1056132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82968" y="2542032"/>
            <a:ext cx="228600" cy="228600"/>
          </a:xfrm>
          <a:prstGeom prst="ellipse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7312152" y="25191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75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Same-call status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982968" y="2811780"/>
            <a:ext cx="4398264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REGISTERED, SEND_OUT, RELABEL, or FAILURE. Soft alerts stay off the body.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6781800" y="3529584"/>
            <a:ext cx="4800600" cy="884682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82968" y="3753612"/>
            <a:ext cx="228600" cy="228600"/>
          </a:xfrm>
          <a:prstGeom prst="ellipse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7312152" y="37307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75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Optional identity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6982968" y="4023360"/>
            <a:ext cx="4398264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hkid and patientName. If sent and they mismatch, Failure.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6781800" y="4569714"/>
            <a:ext cx="4800600" cy="884682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82968" y="4793742"/>
            <a:ext cx="228600" cy="228600"/>
          </a:xfrm>
          <a:prstGeom prst="ellipse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7312152" y="477088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75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New path, not an overload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6982968" y="5063490"/>
            <a:ext cx="4398264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reuse the staff register call. No auth header in v1.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PROPOSED CHANGE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Auto-register calls lis-request-svc to register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718056" y="1371600"/>
            <a:ext cx="8755888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D:\Github\HA-Notes\SDLC\Projects\TMP-specimen-sorter-api — Specimen Sorter API\assets\specimen-sorter-api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6928" y="1490472"/>
            <a:ext cx="8518144" cy="47914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PROPOSED CHANGE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Screen logic moves behind that POST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305812"/>
            <a:ext cx="5335524" cy="2612136"/>
          </a:xfrm>
          <a:prstGeom prst="roundRect">
            <a:avLst>
              <a:gd name="adj" fmla="val 420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920" y="2630424"/>
            <a:ext cx="609219" cy="22860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602867" y="2598420"/>
            <a:ext cx="40679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the screen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83920" y="3055620"/>
            <a:ext cx="4786884" cy="795528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1936" y="3165348"/>
            <a:ext cx="45308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validate, then convert</a:t>
            </a:r>
            <a:endParaRPr lang="en-US" sz="1125" dirty="0"/>
          </a:p>
          <a:p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tests, request no.</a:t>
            </a:r>
            <a:endParaRPr lang="en-US" sz="1125" dirty="0"/>
          </a:p>
          <a:p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ward and doctor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883920" y="3988308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Worksheet convert also runs here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3920" y="4315968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the screen calls register or print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46876" y="2305812"/>
            <a:ext cx="5335524" cy="2612136"/>
          </a:xfrm>
          <a:prstGeom prst="roundRect">
            <a:avLst>
              <a:gd name="adj" fmla="val 4201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1196" y="2630424"/>
            <a:ext cx="832104" cy="2286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7463028" y="2598420"/>
            <a:ext cx="38450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the new API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21196" y="3055620"/>
            <a:ext cx="4786884" cy="603504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9212" y="3165348"/>
            <a:ext cx="45308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checks and packing</a:t>
            </a:r>
            <a:endParaRPr lang="en-US" sz="1125" dirty="0"/>
          </a:p>
          <a:p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existing backend writes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6521196" y="379628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Reuse register, worksheet print, and PHLC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21196" y="412394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and PHLC only after Registered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9600" y="51465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Send-out, Relabel, and Failure print nothing. A late worksheet does not change a status already returned.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PROPOSED CHANGE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Sorter id maps to a dedicated user and a workbench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351342"/>
            <a:ext cx="3505200" cy="2521077"/>
          </a:xfrm>
          <a:prstGeom prst="roundRect">
            <a:avLst>
              <a:gd name="adj" fmla="val 43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920" y="2671382"/>
            <a:ext cx="310896" cy="310896"/>
          </a:xfrm>
          <a:prstGeom prst="ellipse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883920" y="3110294"/>
            <a:ext cx="295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LOE_SPECIMEN_SORTER_MAP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83920" y="3384613"/>
            <a:ext cx="2956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map row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3920" y="3695129"/>
            <a:ext cx="2956560" cy="1012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Sorter id to LIS user and workbench id. Also hosp, lab, and server name so LAB_DB can open.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2351342"/>
            <a:ext cx="3505200" cy="2521077"/>
          </a:xfrm>
          <a:prstGeom prst="roundRect">
            <a:avLst>
              <a:gd name="adj" fmla="val 43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671382"/>
            <a:ext cx="310896" cy="310896"/>
          </a:xfrm>
          <a:prstGeom prst="ellipse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4617720" y="3110294"/>
            <a:ext cx="295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WORKBENCH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17720" y="3384613"/>
            <a:ext cx="2956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workbench row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3695129"/>
            <a:ext cx="2956560" cy="1012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Hospital, lab, station name, STAR location, and default printer. Not copied as a second source of truth on the map.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77200" y="2351342"/>
            <a:ext cx="3505200" cy="2521077"/>
          </a:xfrm>
          <a:prstGeom prst="roundRect">
            <a:avLst>
              <a:gd name="adj" fmla="val 43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1520" y="2671382"/>
            <a:ext cx="310896" cy="310896"/>
          </a:xfrm>
          <a:prstGeom prst="ellipse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8351520" y="3110294"/>
            <a:ext cx="295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LOE_AUDIT_TRAIL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51520" y="3384613"/>
            <a:ext cx="2956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Audit user and station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51520" y="3695129"/>
            <a:ext cx="2956560" cy="1012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user is the map user. Workstation is the workbench station name. Write SORT_* plus REG and SEND_OUT.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09600" y="5101019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Unknown sorter id is Failure. Do not compare workbench lab to the retrieved test lab.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PROPOSED CHANGE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User and workbench come from the sorter id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322576"/>
            <a:ext cx="5335524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920" y="2647188"/>
            <a:ext cx="609219" cy="2286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602867" y="2615184"/>
            <a:ext cx="40679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Staff login, then a PC workbench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3920" y="307238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is the staff LIS login.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3920" y="340004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Workbench is selected by PC name or IP.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3920" y="372770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retrieve GET uses a hard-coded demo user.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6876" y="2322576"/>
            <a:ext cx="5335524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1196" y="2647188"/>
            <a:ext cx="1054989" cy="2286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SORTER POST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7685913" y="2615184"/>
            <a:ext cx="3622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sorterId looks up the map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21196" y="3072384"/>
            <a:ext cx="4786884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sorter LIS user from the map. Never the demo retrieve user.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21196" y="3590544"/>
            <a:ext cx="4786884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Workbench id from the same map row, then hosp, lab, station, location, printer.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21196" y="4108704"/>
            <a:ext cx="4786884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Hospital omitted: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map / workbench hosp. Hospital sent must match.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600" y="512978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map row per physical sorter. Seed the user, the workbench, and the map before SIT.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PROPOSED CHANGE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Retrieve GCRS - sorter lookup is USID only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417826"/>
            <a:ext cx="5335524" cy="2388108"/>
          </a:xfrm>
          <a:prstGeom prst="roundRect">
            <a:avLst>
              <a:gd name="adj" fmla="val 459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920" y="2742438"/>
            <a:ext cx="683514" cy="2286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677162" y="2710434"/>
            <a:ext cx="39936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Scan or type, then retrieve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3920" y="316763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enter specimen no., lab no., or order no.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3920" y="349529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Format, allowed hospital, and check digit run first.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3920" y="382295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found stops the screen (1336 / 1337 / 1338 / 1377).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6876" y="2417826"/>
            <a:ext cx="5335524" cy="2388108"/>
          </a:xfrm>
          <a:prstGeom prst="roundRect">
            <a:avLst>
              <a:gd name="adj" fmla="val 4595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1196" y="2742438"/>
            <a:ext cx="1054989" cy="2286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SORTER POST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7685913" y="2710434"/>
            <a:ext cx="3622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USID, as the mapped user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21196" y="316763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Body needs usid and sorterId. No order-no lookup.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21196" y="3495294"/>
            <a:ext cx="4786884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format rules. Miss is Failure. Wrong HKID or name is Failure.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21196" y="4013454"/>
            <a:ext cx="4786884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In-process retrieve as the sorter user. APS / BBS / MBS is Failure.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600" y="503453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Hospital omitted on the POST comes from the sorter map and workbench.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PROPOSED CHANGE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Send-out - the list decides, not a click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417826"/>
            <a:ext cx="5335524" cy="2388108"/>
          </a:xfrm>
          <a:prstGeom prst="roundRect">
            <a:avLst>
              <a:gd name="adj" fmla="val 459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920" y="2742438"/>
            <a:ext cx="683514" cy="2286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677162" y="2710434"/>
            <a:ext cx="39936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Staff press Send-out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3920" y="316763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choose Send-out after the order is on screen.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3920" y="3495294"/>
            <a:ext cx="4786884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acks Printed or Collected, writes tracking, writes SEND_OUT.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3920" y="4013454"/>
            <a:ext cx="4786884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test is send-out when its cluster code is on the list for that lab and hospital.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6876" y="2417826"/>
            <a:ext cx="5335524" cy="2388108"/>
          </a:xfrm>
          <a:prstGeom prst="roundRect">
            <a:avLst>
              <a:gd name="adj" fmla="val 4595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1196" y="2742438"/>
            <a:ext cx="1054989" cy="2286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SORTER POST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7685913" y="2710434"/>
            <a:ext cx="3622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Same list. No flag from the sorter.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21196" y="316763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 the test to the send-out list for lab and hospital.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21196" y="349529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on the list: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send-out write, status SEND_OUT.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21196" y="3822954"/>
            <a:ext cx="4786884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plus send-out on one USID: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Failure. No worksheet. No PHLC.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600" y="503453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sorter does not send a send-out flag.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PROPOSED CHANGE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Registration checks - soft logs, hard fails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513076"/>
            <a:ext cx="5335524" cy="2197608"/>
          </a:xfrm>
          <a:prstGeom prst="roundRect">
            <a:avLst>
              <a:gd name="adj" fmla="val 49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920" y="2837688"/>
            <a:ext cx="683514" cy="2286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677162" y="2805684"/>
            <a:ext cx="39936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Popups on the screen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3920" y="326288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 alerts after retrieve. Staff can continue.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3920" y="3590544"/>
            <a:ext cx="4786884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checks before Register: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mapping, datetime, test, specimen state.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3920" y="410870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Mixed local and send-out is a soft alert today.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6876" y="2513076"/>
            <a:ext cx="5335524" cy="2197608"/>
          </a:xfrm>
          <a:prstGeom prst="roundRect">
            <a:avLst>
              <a:gd name="adj" fmla="val 4993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1196" y="2837688"/>
            <a:ext cx="1054989" cy="2286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SORTER POST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7685913" y="2805684"/>
            <a:ext cx="3622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dialogue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21196" y="326288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ALS only. Not on the body. Not Relabel.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21196" y="359054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200 and FAILURE, code on the audit remark.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21196" y="3918204"/>
            <a:ext cx="4786884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Mixed is Failure. No Relabel checkbox. STAR with no location is 4422.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600" y="493928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Ack time is server now. Missing collection date is soft. Do not invent a date.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PROPOSED CHANGE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Soft alerts - logged, then continue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977134"/>
            <a:ext cx="3505200" cy="1818132"/>
          </a:xfrm>
          <a:prstGeom prst="roundRect">
            <a:avLst>
              <a:gd name="adj" fmla="val 60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920" y="3297174"/>
            <a:ext cx="310896" cy="310896"/>
          </a:xfrm>
          <a:prstGeom prst="ellipse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883920" y="3736086"/>
            <a:ext cx="2956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Missing collection date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3920" y="4046601"/>
            <a:ext cx="2956560" cy="584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Proceed. Do not invent a date.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2977134"/>
            <a:ext cx="3505200" cy="1818132"/>
          </a:xfrm>
          <a:prstGeom prst="roundRect">
            <a:avLst>
              <a:gd name="adj" fmla="val 60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3297174"/>
            <a:ext cx="310896" cy="310896"/>
          </a:xfrm>
          <a:prstGeom prst="ellipse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617720" y="3736086"/>
            <a:ext cx="2956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Overnight specimen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4046601"/>
            <a:ext cx="2956560" cy="584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overnight window as Spec Ack. ALS only.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77200" y="2977134"/>
            <a:ext cx="3505200" cy="1818132"/>
          </a:xfrm>
          <a:prstGeom prst="roundRect">
            <a:avLst>
              <a:gd name="adj" fmla="val 60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1520" y="3297174"/>
            <a:ext cx="310896" cy="310896"/>
          </a:xfrm>
          <a:prstGeom prst="ellipse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8351520" y="3736086"/>
            <a:ext cx="2956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Valid period / sex-age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1520" y="4046601"/>
            <a:ext cx="2956560" cy="584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validity and valid-period warnings. ALS only.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PROPOSED CHANGE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Soft alerts - the rest of the set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595658"/>
            <a:ext cx="3505200" cy="2032444"/>
          </a:xfrm>
          <a:prstGeom prst="roundRect">
            <a:avLst>
              <a:gd name="adj" fmla="val 53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920" y="2915698"/>
            <a:ext cx="310896" cy="310896"/>
          </a:xfrm>
          <a:prstGeom prst="ellipse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883920" y="3354610"/>
            <a:ext cx="2956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Duplicate / A-A-R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3920" y="3665125"/>
            <a:ext cx="2956560" cy="798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Duplicate-reason and A-A-R-not-ready. ALS only. AAR stays off.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2595658"/>
            <a:ext cx="3505200" cy="2032444"/>
          </a:xfrm>
          <a:prstGeom prst="roundRect">
            <a:avLst>
              <a:gd name="adj" fmla="val 53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915698"/>
            <a:ext cx="310896" cy="310896"/>
          </a:xfrm>
          <a:prstGeom prst="ellipse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617720" y="3354610"/>
            <a:ext cx="2956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Patient tag / private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3665125"/>
            <a:ext cx="2956560" cy="798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patient and patient-tag alerts. ALS only.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77200" y="2595658"/>
            <a:ext cx="3505200" cy="2032444"/>
          </a:xfrm>
          <a:prstGeom prst="roundRect">
            <a:avLst>
              <a:gd name="adj" fmla="val 53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1520" y="2915698"/>
            <a:ext cx="310896" cy="310896"/>
          </a:xfrm>
          <a:prstGeom prst="ellipse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8351520" y="3354610"/>
            <a:ext cx="2956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STAR unbox alert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1520" y="3665125"/>
            <a:ext cx="2956560" cy="798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Boxed warning is ALS. No workbench location is Failure 4422, not this card.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9600" y="485670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BBS blood / category / T&amp;S alerts stay on staff Spec Ack. BBS is out of v1.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PROPOSED CHANGE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Hard checks that return Failure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458498"/>
            <a:ext cx="3505200" cy="2306765"/>
          </a:xfrm>
          <a:prstGeom prst="roundRect">
            <a:avLst>
              <a:gd name="adj" fmla="val 47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920" y="2778538"/>
            <a:ext cx="310896" cy="310896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883920" y="3217450"/>
            <a:ext cx="295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1C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1162-1170, 1090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83920" y="3491770"/>
            <a:ext cx="2956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Unmapped ward / doctor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3920" y="3802285"/>
            <a:ext cx="2956560" cy="798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Doctor, location, specialty, report dest, or report copy has no LIS id.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2458498"/>
            <a:ext cx="3505200" cy="2306765"/>
          </a:xfrm>
          <a:prstGeom prst="roundRect">
            <a:avLst>
              <a:gd name="adj" fmla="val 47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778538"/>
            <a:ext cx="310896" cy="310896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4617720" y="3217450"/>
            <a:ext cx="295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1C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R12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17720" y="3491770"/>
            <a:ext cx="2956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Datetime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3802285"/>
            <a:ext cx="2956560" cy="798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 before DOB. Ack before collection or request. Ack in the future.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77200" y="2458498"/>
            <a:ext cx="3505200" cy="2306765"/>
          </a:xfrm>
          <a:prstGeom prst="roundRect">
            <a:avLst>
              <a:gd name="adj" fmla="val 47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1520" y="2778538"/>
            <a:ext cx="310896" cy="310896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8351520" y="3217450"/>
            <a:ext cx="295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1C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4422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51520" y="3491770"/>
            <a:ext cx="2956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STAR / mixed / empty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51520" y="3802285"/>
            <a:ext cx="2956560" cy="798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workbench location. Local plus send-out. Already used, all registered, all deleted, rejected.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09600" y="499386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Also Failure: missing test dictionary, HKID or name mismatch, APS / BBS / MBS, unknown sorter id.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PROPOSED CHANGE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Request test grouping and request no.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322576"/>
            <a:ext cx="5335524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920" y="2647188"/>
            <a:ext cx="683514" cy="2286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677162" y="2615184"/>
            <a:ext cx="39936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Screen groups, then assigns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3920" y="3072384"/>
            <a:ext cx="4786884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are grouped before Register. Each group needs a request no.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3920" y="3590544"/>
            <a:ext cx="4786884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USID can be the request no. when the screen says it is eligible.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3920" y="4108704"/>
            <a:ext cx="4786884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can tick Relabel. Multi-group, multi-specimen, suffix not 0, or force: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USID.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6876" y="2322576"/>
            <a:ext cx="5335524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1196" y="2647188"/>
            <a:ext cx="1054989" cy="2286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SORTER POST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7685913" y="2615184"/>
            <a:ext cx="3622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Same grouping. No checkbox.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21196" y="307238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Relabel rules, without a user tick.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21196" y="3400044"/>
            <a:ext cx="4786884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group, one specimen, suffix 0, not force: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no. = USID.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21196" y="3918204"/>
            <a:ext cx="4786884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Else Relabel. No lab request. No invented number. No caller-assigned request no.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600" y="512978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Relabel is its own status. Not Failure. Not Registered.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PROPOSED CHANGE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Ward and doctor mapping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513076"/>
            <a:ext cx="5335524" cy="2197608"/>
          </a:xfrm>
          <a:prstGeom prst="roundRect">
            <a:avLst>
              <a:gd name="adj" fmla="val 49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920" y="2837688"/>
            <a:ext cx="683514" cy="2286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677162" y="2805684"/>
            <a:ext cx="39936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Map, then popup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3920" y="3262884"/>
            <a:ext cx="4786884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Doctor, location, specialty, report dest, and report copy come from dictionary.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3920" y="378104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Unmapped codes block Register.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3920" y="410870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can create a doctor when dictionary allows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6876" y="2513076"/>
            <a:ext cx="5335524" cy="2197608"/>
          </a:xfrm>
          <a:prstGeom prst="roundRect">
            <a:avLst>
              <a:gd name="adj" fmla="val 4993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1196" y="2837688"/>
            <a:ext cx="1054989" cy="2286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SORTER POST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7685913" y="2805684"/>
            <a:ext cx="3622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Same map. No create.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21196" y="326288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five mappings go onto the packed register call.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21196" y="359054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miss is Failure, same message codes as Spec Ack.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21196" y="3918204"/>
            <a:ext cx="4786884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auto-create a doctor or location. Send the tube to staff.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600" y="493928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compare workbench lab to the order test lab.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PROPOSED CHANGE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Worksheet printing - all after Registered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417826"/>
            <a:ext cx="5335524" cy="2388108"/>
          </a:xfrm>
          <a:prstGeom prst="roundRect">
            <a:avLst>
              <a:gd name="adj" fmla="val 459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920" y="2742438"/>
            <a:ext cx="683514" cy="2286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677162" y="2710434"/>
            <a:ext cx="39936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Staff print after Register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3920" y="3167634"/>
            <a:ext cx="4786884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can print GCRS, send-out, and SH worksheets after register.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3920" y="368579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more than one worksheet, staff pick.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3920" y="401345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Labels can also print on the staff path.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6876" y="2417826"/>
            <a:ext cx="5335524" cy="2388108"/>
          </a:xfrm>
          <a:prstGeom prst="roundRect">
            <a:avLst>
              <a:gd name="adj" fmla="val 4595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1196" y="2742438"/>
            <a:ext cx="1054989" cy="2286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SORTER POST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7685913" y="2710434"/>
            <a:ext cx="3622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Print all, after the HTTP return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21196" y="3167634"/>
            <a:ext cx="4786884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REGISTERED first. Then print every worksheet Spec Ack would. No picker.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21196" y="368579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Send-out, Relabel, and Failure print nothing. No labels.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21196" y="4013454"/>
            <a:ext cx="4786884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 worksheet is allowed. Print fail is ALS. Status stays Registered.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600" y="503453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p95 under 4 seconds is retrieve plus send-out or register. Print is off that clock.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PROPOSED CHANGE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PHLC electronic order - after Registered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417826"/>
            <a:ext cx="5335524" cy="2388108"/>
          </a:xfrm>
          <a:prstGeom prst="roundRect">
            <a:avLst>
              <a:gd name="adj" fmla="val 459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920" y="2742438"/>
            <a:ext cx="683514" cy="2286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677162" y="2710434"/>
            <a:ext cx="39936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Screen calls PHLC after register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3920" y="316763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 Ack creates a PHLC order when the lab option is 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3920" y="349529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Destination must match the existing PHLC rule.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3920" y="382295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wait on the screen for that call.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6876" y="2417826"/>
            <a:ext cx="5335524" cy="2388108"/>
          </a:xfrm>
          <a:prstGeom prst="roundRect">
            <a:avLst>
              <a:gd name="adj" fmla="val 4595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1196" y="2742438"/>
            <a:ext cx="1054989" cy="2286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SORTER POST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7685913" y="2710434"/>
            <a:ext cx="3622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Same create. Sorter does not wait.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21196" y="3167634"/>
            <a:ext cx="4786884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PHLC create, in-process, after REGISTERED is already back.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21196" y="3685794"/>
            <a:ext cx="4786884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when Spec Ack would send. Send-out, Relabel, and Failure skip it.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21196" y="420395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PHLC fail is ALS. Sorter status stays Registered.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600" y="503453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labels on the sorter path. Worksheet and PHLC never run on Send-out.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PROMOTION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Seed user, workbench, and map, then deploy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1953768"/>
            <a:ext cx="5335524" cy="1818132"/>
          </a:xfrm>
          <a:prstGeom prst="roundRect">
            <a:avLst>
              <a:gd name="adj" fmla="val 60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920" y="2273808"/>
            <a:ext cx="310896" cy="310896"/>
          </a:xfrm>
          <a:prstGeom prst="ellipse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883920" y="2712720"/>
            <a:ext cx="478688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Create the sorter user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3920" y="3023235"/>
            <a:ext cx="4786884" cy="584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LIS user on the audit trail. Not a shared staff login.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46876" y="1953768"/>
            <a:ext cx="5335524" cy="1818132"/>
          </a:xfrm>
          <a:prstGeom prst="roundRect">
            <a:avLst>
              <a:gd name="adj" fmla="val 60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21196" y="2273808"/>
            <a:ext cx="310896" cy="310896"/>
          </a:xfrm>
          <a:prstGeom prst="ellipse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521196" y="2712720"/>
            <a:ext cx="478688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Seed a workbench row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21196" y="3023235"/>
            <a:ext cx="4786884" cy="584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row per sorter: hosp, lab, station name, location, printer.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9600" y="4000500"/>
            <a:ext cx="5335524" cy="1818132"/>
          </a:xfrm>
          <a:prstGeom prst="roundRect">
            <a:avLst>
              <a:gd name="adj" fmla="val 60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3920" y="4320540"/>
            <a:ext cx="310896" cy="310896"/>
          </a:xfrm>
          <a:prstGeom prst="ellipse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883920" y="4759452"/>
            <a:ext cx="478688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Insert the map row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3920" y="5069967"/>
            <a:ext cx="4786884" cy="584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Sorter id, user, and workbench id on loe_specimen_sorter_map.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46876" y="4000500"/>
            <a:ext cx="5335524" cy="1818132"/>
          </a:xfrm>
          <a:prstGeom prst="roundRect">
            <a:avLst>
              <a:gd name="adj" fmla="val 60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1196" y="4320540"/>
            <a:ext cx="310896" cy="310896"/>
          </a:xfrm>
          <a:prstGeom prst="ellipse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521196" y="4759452"/>
            <a:ext cx="478688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Deploy and open the path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21196" y="5069967"/>
            <a:ext cx="4786884" cy="584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lis-crs-spec-ack-svc. NetworkPolicy only. No API key in v1.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FALLBACK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Stop middleware. Staff Spec Ack is unchanged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869978"/>
            <a:ext cx="3505200" cy="2032444"/>
          </a:xfrm>
          <a:prstGeom prst="roundRect">
            <a:avLst>
              <a:gd name="adj" fmla="val 53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920" y="3190018"/>
            <a:ext cx="310896" cy="310896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883920" y="3628930"/>
            <a:ext cx="2956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Stop middleware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3920" y="3939445"/>
            <a:ext cx="2956560" cy="798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clicks still retrieve, send-out, and register.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2869978"/>
            <a:ext cx="3505200" cy="2032444"/>
          </a:xfrm>
          <a:prstGeom prst="roundRect">
            <a:avLst>
              <a:gd name="adj" fmla="val 53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3190018"/>
            <a:ext cx="310896" cy="310896"/>
          </a:xfrm>
          <a:prstGeom prst="ellipse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617720" y="3628930"/>
            <a:ext cx="2956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Drop the map table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3939445"/>
            <a:ext cx="2956560" cy="798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 TABLE loe_specimen_sorter_map on full rollback. Leave or disable the workbench and user.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77200" y="2869978"/>
            <a:ext cx="3505200" cy="2032444"/>
          </a:xfrm>
          <a:prstGeom prst="roundRect">
            <a:avLst>
              <a:gd name="adj" fmla="val 53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1520" y="3190018"/>
            <a:ext cx="310896" cy="310896"/>
          </a:xfrm>
          <a:prstGeom prst="ellipse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8351520" y="3628930"/>
            <a:ext cx="2956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history rewrite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1520" y="3939445"/>
            <a:ext cx="2956560" cy="798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convert historical requests. Fallback is operational.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QUESTIONS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decisions to ratify before build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1824228"/>
            <a:ext cx="109728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7344" y="1824228"/>
            <a:ext cx="50292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41120" y="2007108"/>
            <a:ext cx="1000353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v1 with NetworkPolicy only, no API key or Hub JWT?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41120" y="2267712"/>
            <a:ext cx="100035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isolation as Spec Ack today (D1).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609600" y="2750058"/>
            <a:ext cx="109728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7344" y="2750058"/>
            <a:ext cx="50292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41120" y="2932938"/>
            <a:ext cx="1000353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 the tube when the USID has both local and send-out tests?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41120" y="3193542"/>
            <a:ext cx="100035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Spec Ack only warns (D3).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609600" y="3675888"/>
            <a:ext cx="109728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344" y="3675888"/>
            <a:ext cx="50292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41120" y="3858768"/>
            <a:ext cx="1000353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worksheets and PHLC only after Registered, after HTTP return?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41120" y="4119372"/>
            <a:ext cx="100035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Send-out prints nothing (D11, D4, D5).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609600" y="4601718"/>
            <a:ext cx="109728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344" y="4601718"/>
            <a:ext cx="50292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41120" y="4784598"/>
            <a:ext cx="1000353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SORT_* actions on the Audit Trail filter?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41120" y="5045202"/>
            <a:ext cx="100035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Still write REG and SEND_OUT (D6).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09600" y="56281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Requester already answered D1-D11. This room ratifies.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7232" y="2963164"/>
            <a:ext cx="7717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spc="15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DISCUSSION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237232" y="3310636"/>
            <a:ext cx="771753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Q&amp;A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67400" y="1415987"/>
            <a:ext cx="457200" cy="457200"/>
          </a:xfrm>
          <a:prstGeom prst="ellipse">
            <a:avLst/>
          </a:prstGeom>
          <a:solidFill>
            <a:srgbClr val="082F49"/>
          </a:solidFill>
          <a:ln w="12700">
            <a:solidFill>
              <a:srgbClr val="082F49"/>
            </a:solidFill>
            <a:prstDash val="solid"/>
          </a:ln>
        </p:spPr>
      </p:sp>
      <p:pic>
        <p:nvPicPr>
          <p:cNvPr id="3" name="Image 0" descr="D:\Github\HA-Notes\LIS\skills\design-review-pptx\assets\icons\png\onDark\clipboard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1700" y="1530287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52600" y="2065211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spc="15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752600" y="2394395"/>
            <a:ext cx="8686800" cy="48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Target latency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1752600" y="2986088"/>
            <a:ext cx="86868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90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P95 &lt; 4 S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2406396" y="3760660"/>
            <a:ext cx="737920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 20 specimens a minute per lab in v1. Worksheet and PHLC sit after the sorter wait path.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38200" y="4573334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A PRODUCTION JIRA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38200" y="4792790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 TMP-000. Reference remains SEM20260612.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58056" y="4573334"/>
            <a:ext cx="10973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14088" y="4573334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THE POST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14088" y="4792790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API on lis-crs-spec-ack-svc, including the packing the screen does today.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933944" y="4573334"/>
            <a:ext cx="10973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89976" y="4573334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SIT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189976" y="4792790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Sorter user, workbench row, and loe_specimen_sorter_map before middleware is pointed at SIT.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58952" y="6089904"/>
            <a:ext cx="1067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TMP-000   </a:t>
            </a:r>
            <a:pPr algn="ctr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lis-crs-spec-ack-svc  ·  Change Request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Hospital Authority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Specimen Sorter API</dc:title>
  <dc:subject>lis-crs-spec-ack-svc — one POST to auto-register or send out from a USID</dc:subject>
  <dc:creator>LIS Team</dc:creator>
  <cp:lastModifiedBy>LIS Team</cp:lastModifiedBy>
  <cp:revision>1</cp:revision>
  <dcterms:created xsi:type="dcterms:W3CDTF">2026-09-23T09:25:47Z</dcterms:created>
  <dcterms:modified xsi:type="dcterms:W3CDTF">2026-09-23T09:25:47Z</dcterms:modified>
</cp:coreProperties>
</file>