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 is the staff click path. To-be is the sorter calling LIS for the same send-out and registration actions. Checks and packing still sit on the screen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what moves. Group tests, request no., and ward/doctor mapping sit on registration, not on worksheet. Worksheet has its own convert, then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slides walk each Spec Ack action. 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today pick a workbench by PC name or IP. The sorter has no PC login, so the map is the lookup. Printer stays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workbench has no STAR location, that is Failure 4422 later in the checks. The map does not invent a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retrieve GET stays. The sorter must not call it. CPS and HMS only. DFT and STAR on those labs still retrieve.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the list the send-out test table if asked. Mixed is Failure so the sorter does not split one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mixed change out loud. Staff can still click through that popup. The sorter cannot split the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the soft set from the confirmed requirement. Next slide has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is not here. The locked design made mixed a hard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auto-create an unmapped doctor or location. Soft set on the previous two slides is not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Partial DFT remainder is Relabel. DFT still uses Spec Ack register, not the DFT register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destination can follow request location when that Spec Ack option is on. Port the existing rule. Do not invent a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three staff print services, in-process, no HTTP loopback. Registration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PHLC is already backend. The change is when it runs. Do not invent a new PHLC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CP3   ·   11 SEP 2026   ·   CHANGE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508760"/>
            <a:ext cx="85953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Specimen Sorter API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42900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93008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94176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94176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Sep 2026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300216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1384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01384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TMP-000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9107424" y="4892040"/>
            <a:ext cx="2532888" cy="868680"/>
          </a:xfrm>
          <a:prstGeom prst="roundRect">
            <a:avLst>
              <a:gd name="adj" fmla="val 4211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08592" y="5029200"/>
            <a:ext cx="2121408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308592" y="5266944"/>
            <a:ext cx="2121408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" y="5806440"/>
            <a:ext cx="105156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Presenters: Ka   ·   Reviewers: Tony Chong, CP3 panel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60807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E9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status: draft  ·  for briefing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scans and presses today. The sorter will call LIS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AS-IS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scans and presses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 the specimen label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 Send-out or Register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621024"/>
            <a:ext cx="484632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 Specimen Acknowledgement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One tube, one staff action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TO-BE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Sorter scans, LIS answers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sorter scans for sort and transport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 API for send-out or register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621024"/>
            <a:ext cx="484632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One call, then a bin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screen stays as fallback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Specimen Acknowledgement remains the fallback when the sorter returns Relabel or Failure.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 Ack screen still owns validation and packing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5486400"/>
                <a:gridCol w="313639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Back-end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323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 GCRS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Specimen Label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Send-out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Presses Send-out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Presses Register Request. Validates. Groups tests, request no., maps ward and doctor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Worksheet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A5C1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Converts worksheet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E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 to print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PHLC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83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backend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new POST on the Spec Ack service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532120" cy="3200400"/>
          </a:xfrm>
          <a:prstGeom prst="roundRect">
            <a:avLst>
              <a:gd name="adj" fmla="val 1143"/>
            </a:avLst>
          </a:prstGeom>
          <a:solidFill>
            <a:srgbClr val="08323B"/>
          </a:solidFill>
          <a:ln w="12700">
            <a:solidFill>
              <a:srgbClr val="0832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AC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/api/specack/sorter/auto-register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983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"usid": "QHSP2500000012",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87F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"sorterId": "KTH-SORTER-01",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"hospital": "QEH",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"hkid": null,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"patientName": null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315968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usid and sorterId are required. hospital may be omitted when the map has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46520" y="1819656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03720" y="1783080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Same-call status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130552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REGISTERED, SEND_OUT, RELABEL, or FAILURE. Soft alerts stay off the body.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46520" y="2880360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03720" y="2843784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identity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03720" y="3191256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hkid and patientName. If sent and they mismatch, Failure.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3941064"/>
            <a:ext cx="274320" cy="274320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03720" y="3904488"/>
            <a:ext cx="47365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path, not an overload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03720" y="4251960"/>
            <a:ext cx="473659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reuse the staff register call. No auth header in v1.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logic moves behind that POST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A84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validate, then convert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tests, request no.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 ward and doctor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858768"/>
            <a:ext cx="4846320" cy="758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Worksheet convert also runs here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Then the screen calls register or print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new API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19672" y="2816352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 checks and packing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8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then existing backend writes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19672" y="3621024"/>
            <a:ext cx="4846320" cy="996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Reuse register, worksheet print, and PHLC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Print and PHLC only after Registered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Send-out, Relabel, and Failure print nothing. A late worksheet does not change a status already returned.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Sorter id maps to a dedicated user and a workbench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B6E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loe_specimen_sorter_map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 row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56432"/>
            <a:ext cx="297789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 to LIS user and workbench id. Also hosp, lab, and server name so LAB_DB can open.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05528" y="2560320"/>
            <a:ext cx="2977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7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workbench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05528" y="292608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workbench row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05528" y="3456432"/>
            <a:ext cx="297789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Hospital, lab, station name, STAR location, and default printer. Not copied as a second source of truth on the map.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88096" y="2560320"/>
            <a:ext cx="2977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5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LOE_AUDIT_TRAIL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88096" y="292608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user and station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88096" y="3456432"/>
            <a:ext cx="297789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user is the map user. Workstation is the workbench station name. Write SORT_* plus REG and SEND_OUT.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sorter id is Failure. Do not compare workbench lab to the retrieved test lab.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and workbench come from the sorter id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login, then a PC workbench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User is the staff LIS login.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Workbench is selected by PC name or IP.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retrieve GET uses a hard-coded demo user.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sorterId looks up the map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Dedicated sorter LIS user from the map. Never the demo retrieve user.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Workbench id from the same map row, then hosp, lab, station, location, printer.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Hospital omitted: use map / workbench hosp. Hospital sent must match.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map row per physical sorter. Seed the user, the workbench, and the map before SIT.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GCRS - sorter lookup is USID only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or type, then retrieve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enter specimen no., lab no., or order no.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Format, allowed hospital, and check digit run first.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Not found stops the screen (1336 / 1337 / 1338 / 1377).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USID, as the mapped user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Body needs usid and sorterId. No order-no lookup.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Same format rules. Miss is Failure. Wrong HKID or name is Failure.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In-process retrieve as the sorter user. APS / BBS / MBS is Failure.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omitted on the POST comes from the sorter map and workbench.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Send-out - the list decides, not a click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press Send-out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choose Send-out after the order is on screen.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Backend acks Printed or Collected, writes tracking, writes SEND_OUT.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 test is send-out when its cluster code is on the list for that lab and hospital.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list. No flag from the sorter.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Join the test to the send-out list for lab and hospital.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All on the list: existing send-out write, status SEND_OUT.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Local plus send-out on one USID: Failure. No worksheet. No PHLC.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sorter does not send a send-out flag.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checks - soft logs, hard fails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Popups on the screen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Soft alerts after retrieve. Staff can continue.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Hard checks before Register: mapping, datetime, test, specimen state.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Mixed local and send-out is a soft alert today.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dialogue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Soft: ALS only. Not on the body. Not Relabel.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Hard: HTTP 200 and FAILURE, code on the audit remark.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Mixed is Failure. No Relabel checkbox. STAR with no location is 4422.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 time is server now. Missing collection date is soft. Do not invent a date.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 alerts - logged, then continue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Missing collection date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Proceed. Do not invent a date.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Overnight specimen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overnight window as Spec Ack. ALS only.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period / sex-age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validity and valid-period warnings. ALS only.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 alerts - the rest of the 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 / A-A-R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Duplicate-reason and A-A-R-not-ready. ALS only. AAR stays off.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tag / private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patient and patient-tag alerts. ALS only.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 unbox alert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Boxed warning is ALS. No workbench location is Failure 4422, not this card.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BBS blood / category / T&amp;S alerts stay on staff Spec Ack. BBS is out of v1.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 checks that return Failure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844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1162-1170, 1090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Unmapped ward / doctor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456432"/>
            <a:ext cx="297789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Doctor, location, specialty, report dest, or report copy has no LIS id.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05528" y="2560320"/>
            <a:ext cx="2977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844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05528" y="292608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Datetime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05528" y="3456432"/>
            <a:ext cx="297789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before DOB. Ack before collection or request. Ack in the future.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88096" y="2560320"/>
            <a:ext cx="2977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844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88096" y="292608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 / mixed / empty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88096" y="3456432"/>
            <a:ext cx="2977896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workbench location. Local plus send-out. Already used, all registered, all deleted, rejected.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Failure: missing test dictionary, HKID or name mismatch, APS / BBS / MBS, unknown sorter id.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test grouping and request no.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groups, then assigns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Tests are grouped before Register. Each group needs a request no.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USID can be the request no. when the screen says it is eligible.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can tick Relabel. Multi-group, multi-specimen, suffix not 0, or force: no USID.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grouping. No checkbox.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Same Relabel rules, without a user tick.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One group, one specimen, suffix 0, not force: request no. = USID.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Else Relabel. No lab request. No invented number. No caller-assigned request no.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Relabel is its own status. Not Failure. Not Registered.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Ward and doctor mapping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Map, then popup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Doctor, location, specialty, report dest, and report copy come from dictionary.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Unmapped codes block Register.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can create a doctor when dictionary allows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map. No create.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Same five mappings go onto the packed register call.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Any miss is Failure, same message codes as Spec Ack.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Do not auto-create a doctor or location. Send the tube to staff.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compare workbench lab to the order test lab.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Worksheet printing - all after Registered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 print after Register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can print GCRS, send-out, and SH worksheets after register.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If more than one worksheet, staff pick.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Labels can also print on the staff path.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all, after the HTTP return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Return REGISTERED first. Then print every worksheet Spec Ack would. No picker.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Send-out, Relabel, and Failure print nothing. No labels.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Late worksheet is allowed. Print fail is ALS. Status stays Registered.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under 4 seconds is retrieve plus send-out or register. Print is off that clock.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CHANGE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PHLC electronic order - after Registered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22960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calls PHLC after register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Spec Ack creates a PHLC order when the lab option is on.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Destination must match the existing PHLC rule.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Staff wait on the screen for that call.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45352" y="1737360"/>
            <a:ext cx="5394960" cy="3063240"/>
          </a:xfrm>
          <a:prstGeom prst="roundRect">
            <a:avLst>
              <a:gd name="adj" fmla="val 1194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POST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19672" y="2267712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create. Sorter does not wait.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9672" y="2816352"/>
            <a:ext cx="4846320" cy="1801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Same PHLC create, in-process, after REGISTERED is already back.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Only when Spec Ack would send. Send-out, Relabel, and Failure skip it.</a:t>
            </a:r>
            <a:endParaRPr lang="en-US" sz="13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PHLC fail is ALS. Sorter status stays Registered.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983480"/>
            <a:ext cx="11091672" cy="868680"/>
          </a:xfrm>
          <a:prstGeom prst="roundRect">
            <a:avLst>
              <a:gd name="adj" fmla="val 4211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12064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labels on the sorter path. Worksheet and PHLC never run on Send-out.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user, workbench, and map, then deploy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E4F0F2"/>
          </a:solidFill>
          <a:ln w="12700">
            <a:solidFill>
              <a:srgbClr val="E4F0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sorter user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LIS user on the audit trail. Not a shared staff login.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2492" y="1737360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6812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6812" y="2560320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a workbench row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96812" y="3090672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sorter: hosp, lab, station name, location, printer.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24528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Insert the map row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2960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id, user, and workbench id on loe_specimen_sorter_map.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22492" y="3968496"/>
            <a:ext cx="5417820" cy="1975104"/>
          </a:xfrm>
          <a:prstGeom prst="roundRect">
            <a:avLst>
              <a:gd name="adj" fmla="val 1852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6812" y="4224528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6812" y="4791456"/>
            <a:ext cx="48691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and open the path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96812" y="5321808"/>
            <a:ext cx="486918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lis-crs-spec-ack-svc. NetworkPolicy only. No API key in v1.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middleware. Staff Spec Ack is unchanged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7E7E4"/>
          </a:solidFill>
          <a:ln w="12700">
            <a:solidFill>
              <a:srgbClr val="F7E7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A8443A"/>
          </a:solidFill>
          <a:ln>
            <a:solidFill>
              <a:srgbClr val="A8443A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middleware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clicks still retrieve, send-out, and register.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31208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05528" y="1993392"/>
            <a:ext cx="384048" cy="384048"/>
          </a:xfrm>
          <a:prstGeom prst="ellipse">
            <a:avLst/>
          </a:prstGeom>
          <a:solidFill>
            <a:srgbClr val="9A5C15"/>
          </a:solidFill>
          <a:ln>
            <a:solidFill>
              <a:srgbClr val="9A5C15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5528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the map table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05528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TABLE loe_specimen_sorter_map on full rollback. Leave or disable the workbench and user.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13776" y="1737360"/>
            <a:ext cx="3526536" cy="3108960"/>
          </a:xfrm>
          <a:prstGeom prst="roundRect">
            <a:avLst>
              <a:gd name="adj" fmla="val 1176"/>
            </a:avLst>
          </a:prstGeom>
          <a:solidFill>
            <a:srgbClr val="F1F3F3"/>
          </a:solidFill>
          <a:ln w="12700">
            <a:solidFill>
              <a:srgbClr val="F1F3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1993392"/>
            <a:ext cx="384048" cy="384048"/>
          </a:xfrm>
          <a:prstGeom prst="ellipse">
            <a:avLst/>
          </a:prstGeom>
          <a:solidFill>
            <a:srgbClr val="56676C"/>
          </a:solidFill>
          <a:ln>
            <a:solidFill>
              <a:srgbClr val="56676C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88096" y="2560320"/>
            <a:ext cx="297789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history rewrite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090672"/>
            <a:ext cx="2977896" cy="1572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convert historical requests. Fallback is operational.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0B6E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 to ratify before build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55648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88720" y="173736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Leave v1 with NetworkPolicy only, no API key or Hub JWT?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206654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isolation as Spec Ack today (D1).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2542032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 the tube when the USID has both local and send-out tests?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2871216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Spec Ack only warns (D3).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364992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33467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worksheets and PHLC only after Registered, after HTTP return?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758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Send-out prints nothing (D11, D4, D5).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16966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8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 SORT_* actions on the Audit Trail filter?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480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write REG and SEND_OUT (D6).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029200"/>
            <a:ext cx="11091672" cy="777240"/>
          </a:xfrm>
          <a:prstGeom prst="roundRect">
            <a:avLst>
              <a:gd name="adj" fmla="val 4706"/>
            </a:avLst>
          </a:prstGeom>
          <a:solidFill>
            <a:srgbClr val="FAEEDB"/>
          </a:solidFill>
          <a:ln w="12700">
            <a:solidFill>
              <a:srgbClr val="FAEE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51663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8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Requester already answered D1-D11. This room ratifies.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6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377440"/>
            <a:ext cx="10954512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2743200"/>
            <a:ext cx="109545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83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latency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6200" dirty="0">
                <a:solidFill>
                  <a:srgbClr val="C87F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P95 &lt; 4 S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20 specimens a minute per lab in v1. Worksheet and PHLC sit after the sorter wait path.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12344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6093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3760" y="14356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a production JIRA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23760" y="17647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0" y="26060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9809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0" y="28072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the POST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223760" y="31363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0" y="3977640"/>
            <a:ext cx="5239512" cy="1143000"/>
          </a:xfrm>
          <a:prstGeom prst="roundRect">
            <a:avLst>
              <a:gd name="adj" fmla="val 3200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4352544"/>
            <a:ext cx="384048" cy="384048"/>
          </a:xfrm>
          <a:prstGeom prst="ellipse">
            <a:avLst/>
          </a:prstGeom>
          <a:solidFill>
            <a:srgbClr val="0B6E7F"/>
          </a:solidFill>
          <a:ln>
            <a:solidFill>
              <a:srgbClr val="0B6E7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0" y="4178808"/>
            <a:ext cx="420624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SIT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223760" y="45079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Sorter user, workbench row, and loe_specimen_sorter_map before middleware is pointed at SIT.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4224528"/>
            <a:ext cx="5120640" cy="1234440"/>
          </a:xfrm>
          <a:prstGeom prst="roundRect">
            <a:avLst>
              <a:gd name="adj" fmla="val 2963"/>
            </a:avLst>
          </a:prstGeom>
          <a:solidFill>
            <a:srgbClr val="13525F"/>
          </a:solidFill>
          <a:ln w="12700">
            <a:solidFill>
              <a:srgbClr val="1352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407408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TMP-000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80060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lis-crs-spec-ack-svc  ·  Change Request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405872" y="6144768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8FBA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2026-09-11T01:58:57Z</dcterms:created>
  <dcterms:modified xsi:type="dcterms:W3CDTF">2026-09-11T01:58:57Z</dcterms:modified>
</cp:coreProperties>
</file>