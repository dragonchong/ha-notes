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the map user and the workbench station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Rollback is DROP TABLE. No loesort_key. Location, station name and printer stay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can be omitted; why mixed tubes fail; why server name is not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checks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581912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532888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483864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4434840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5385816"/>
            <a:ext cx="100035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and packing: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the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HA APIM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as the mapped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Ro,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print methods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one map table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/api/sorter/auto-register on lis-crs-spec-ack-svc.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/api/specack is unchanged.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Retrieve, validation and packing run server-side, then the existing send-out, register, print and PHLC.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map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loe_specimen_sorter_map: sorter id (PK) to LIS user, hospital and workbench.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SORT_* actions plus today's REG and SEND_OUT on LOE_AUDIT_TRAIL.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31592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send-out, no print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19344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19344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sorter, lab, mixed, hard check, 4422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07096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007096" y="4087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Multi-group, suffix, DFT time flag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 No Hub JWT.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is optional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Omitted: loesort_hosp. Different from the map: Failure.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Bin from data.status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loesort_usercode on the map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wkbh_id plus the order's lab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value, else loesort_hosp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HospitalService from hosp and lab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is the PK. Lab and server stay off the map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0025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key; unique sorter identifier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Hospital when the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loesort_usercode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Dedicated sorter LIS user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loesort_workbench_id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Workbench, loaded with the order's lab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002536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comes from the retrieved order. Seed one workbench row per lab; a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5628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48006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server column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1297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ServiceParameterVo.serverName comes from HospitalService / LisLabServer, not loesort_server_name (D14).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the map,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678335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094387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sorter LIS user.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a workbench row per lab.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Insert the map row: PK sorter id, no lab, no server name.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883920" y="476459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75" dirty="0"/>
          </a:p>
        </p:txBody>
      </p:sp>
      <p:sp>
        <p:nvSpPr>
          <p:cNvPr id="18" name="Text 15"/>
          <p:cNvSpPr/>
          <p:nvPr/>
        </p:nvSpPr>
        <p:spPr>
          <a:xfrm>
            <a:off x="1222248" y="4792028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6246876" y="2372011"/>
            <a:ext cx="5335524" cy="3028378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678335"/>
            <a:ext cx="265176" cy="26517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886956" y="2664619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21196" y="3094387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121819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loe_specimen_sorter_map on full rollback.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2026-09-21T09:38:50Z</dcterms:created>
  <dcterms:modified xsi:type="dcterms:W3CDTF">2026-09-21T09:38:50Z</dcterms:modified>
</cp:coreProperties>
</file>