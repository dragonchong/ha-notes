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audits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Same today's REG and SEND_OUT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45389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45389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Omitted hospital: loesort_sorter_id → loesort_hosp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Hospital sent: skip the map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 not seed the map if every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finds wkbh_station_name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code is wkbh_id on that row, same as labuser_code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 logs,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workbench,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84535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261408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workbench: station name = sorter id, user = wkbh_id.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row only if hospital can be omitted.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59757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625007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7" name="Shape 14"/>
          <p:cNvSpPr/>
          <p:nvPr/>
        </p:nvSpPr>
        <p:spPr>
          <a:xfrm>
            <a:off x="6246876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8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845356"/>
            <a:ext cx="265176" cy="26517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86956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6521196" y="3261408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2026-09-22T07:36:13Z</dcterms:created>
  <dcterms:modified xsi:type="dcterms:W3CDTF">2026-09-22T07:36:13Z</dcterms:modified>
</cp:coreProperties>
</file>