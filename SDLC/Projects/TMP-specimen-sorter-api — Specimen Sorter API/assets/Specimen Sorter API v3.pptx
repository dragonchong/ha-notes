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No loesort_key. Location, station name and printer stay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fail; why server name is not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checks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581912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532888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483864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4434840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385816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packing: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the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HA APIM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as the mapped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Ro,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print methods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/api/sorter/auto-register on lis-crs-spec-ack-svc.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/api/specack is unchanged.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Retrieve, validation and packing run server-side, then the existing send-out, register, print and PHLC.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loe_specimen_sorter_map: sorter id (PK) to LIS user, hospital and workbench.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SORT_* actions plus today's REG and SEND_OUT on LOE_AUDIT_TRAIL.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3544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HospitalService from hosp and lab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is the PK. Lab and server stay off the map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0025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key; unique sorter identifier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002536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server column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ServiceParameterVo.serverName comes from HospitalService / LisLabServer, not loesort_server_name (D14).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row: PK sorter id, no lab, no server name.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2026-09-21T08:57:13Z</dcterms:created>
  <dcterms:modified xsi:type="dcterms:W3CDTF">2026-09-21T08:57:13Z</dcterms:modified>
</cp:coreProperties>
</file>