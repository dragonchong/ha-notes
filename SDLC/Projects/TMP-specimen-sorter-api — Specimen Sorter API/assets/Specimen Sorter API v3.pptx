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 hospital: loesort_sorter_id → loesort_hosp. Hospital sent: skip the map. Do not seed the map if every caller sends hospital (D15).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sorterId finds wkbh_station_name. User is wkbh_id on that row, same as labuser_code. One workbench row per lab (D12).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2026-09-22T07:18:28Z</dcterms:created>
  <dcterms:modified xsi:type="dcterms:W3CDTF">2026-09-22T07:18:28Z</dcterms:modified>
</cp:coreProperties>
</file>