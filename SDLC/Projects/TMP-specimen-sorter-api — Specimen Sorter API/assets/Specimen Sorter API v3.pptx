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today, sorter calls tomorrow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Spec Ack screen owns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POST, four outcomes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APIM call, sorter map, audit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Seed, deploy, pilot, roll back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lab-crs-app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13229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 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13229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13229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 No lab. No server name.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848832"/>
            <a:ext cx="2599182" cy="2074735"/>
          </a:xfrm>
          <a:prstGeom prst="roundRect">
            <a:avLst>
              <a:gd name="adj" fmla="val 52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13229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58949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878104"/>
            <a:ext cx="2123694" cy="90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3544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ON DATA.STATUS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203704"/>
            <a:ext cx="5870448" cy="3364992"/>
          </a:xfrm>
          <a:prstGeom prst="roundRect">
            <a:avLst>
              <a:gd name="adj" fmla="val 3261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4231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42316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715768"/>
            <a:ext cx="539496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"QHSP2500000012"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"KTH-SORTER-01"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2026-09-21T07:57:54Z</dcterms:created>
  <dcterms:modified xsi:type="dcterms:W3CDTF">2026-09-21T07:57:54Z</dcterms:modified>
</cp:coreProperties>
</file>