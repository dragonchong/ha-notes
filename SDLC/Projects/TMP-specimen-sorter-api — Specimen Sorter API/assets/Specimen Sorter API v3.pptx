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and D14 are answered. D13 is the only open design point; the other two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 per the project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59936" y="4315016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059936" y="4525328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May 2027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315016"/>
            <a:ext cx="1252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52532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28688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4720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284720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0580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06612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06612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146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56146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74434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00494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 Do not put lab or server name on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48729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48729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67017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93077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441312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441312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59600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85660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30 May 2027. 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2026-09-21T07:23:10Z</dcterms:created>
  <dcterms:modified xsi:type="dcterms:W3CDTF">2026-09-21T07:23:10Z</dcterms:modified>
</cp:coreProperties>
</file>