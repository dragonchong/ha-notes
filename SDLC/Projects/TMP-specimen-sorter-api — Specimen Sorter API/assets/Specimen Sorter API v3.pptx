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POST stays on lis-crs-spec-ack-svc. The register write is lis-request-svc, POST /api/registration. Audit stays on the Spec Ack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SORT_* plus today's REG and SEND_OUT sit on LOE_AUDIT_TRAIL. Print and PHLC fail are extra rows, not a fifth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response. A late or failed worksheet does not change a status already returned.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including SORT_WS_FAIL and SORT_PHLC_FAIL, or staff cannot find a print or PHLC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Print or PHLC fail writes SORT_WS_FAIL / SORT_PHLC_FAIL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Auto-register calls lis-request-svc to register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718056" y="1371600"/>
            <a:ext cx="8755888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SDLC\Projects\TMP-specimen-sorter-api — Specimen Sorter API\assets\specimen-sorter-api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928" y="1490472"/>
            <a:ext cx="8518144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Derive Hospital is missing. Sorter ID is defined in workbench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45389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 from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from that workbench row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labuser_code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value as wkbh_id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45389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mapping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Omitted hospital: loesort_sorter_id → loesort_hosp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Hospital sent: skip the map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 not seed the map if every caller sends hospital.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then user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finds wkbh_station_name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code is wkbh_id on that row, same as labuser_code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status writes an audit action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32918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SORT_REG and REG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 logs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SORT_SO and SEND_OUT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SORT_RELABEL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SORT_FAIL with message 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04D. WORKSHEET AND PHLC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list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3710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SORT_WS_FAIL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46876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3710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21196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21196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SORT_PHLC_FAIL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9600" y="475869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stays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SORT_WS_FAIL and SORT_PHLC_FAIL on the Audit Trail action. SEND_OUT, RELABEL and FAILURE do not print or call PHLC.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for the APIM provider, then seed workbench and labuser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237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for the API provider on APIM.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 and labuser.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 if hospital is omitted.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6246876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6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2377"/>
            <a:ext cx="265176" cy="26517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86956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Undeploy lis-crs-spec-ack-svc.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4096512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 created workbench and labuser.</a:t>
            </a:r>
            <a:endParaRPr lang="en-US" sz="112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2026-09-24T07:53:24Z</dcterms:created>
  <dcterms:modified xsi:type="dcterms:W3CDTF">2026-09-24T07:53:24Z</dcterms:modified>
</cp:coreProperties>
</file>