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SORT_* plus today's REG and SEND_OUT sit on LOE_AUDIT_TRAIL. Print and PHLC fail are extra rows, not a fifth status.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response. A late or failed worksheet does not change a status already returned.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including SORT_WS_FAIL and SORT_PHLC_FAIL, or staff cannot find a print or PHLC fail.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 Ack 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 Ack 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 assignment, ward and doctor conversions,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register, 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createPhlcLabOrder()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Print or PHLC fail writes SORT_WS_FAIL / SORT_PHLC_FAIL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Derive Hospital is missing. Sorter ID is defined in workbench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45389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VARCHAR2(3)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Workbench from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User from that workbench row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labuser_code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value as wkbh_id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45389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mapping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Omitted hospital: loesort_sorter_id → loesort_hosp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Hospital sent: skip the map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 not seed the map if every caller sends hospital.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928616"/>
            <a:ext cx="5335524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16636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then user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495544"/>
            <a:ext cx="47868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finds wkbh_station_name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code is wkbh_id on that row, same as labuser_code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Each status writes an audit action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  <a:gridCol w="32918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SORT_REG and REG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 logs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SORT_SO and SEND_OUT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SORT_RELABEL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SORT_FAIL with message code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04D. WORKSHEET AND PHLC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list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3710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SORT_WS_FAIL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46876" y="2693670"/>
            <a:ext cx="5335524" cy="1836420"/>
          </a:xfrm>
          <a:prstGeom prst="roundRect">
            <a:avLst>
              <a:gd name="adj" fmla="val 59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3710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21196" y="347091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521196" y="378142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REGISTERED only, after return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Fail writes SORT_PHLC_FAIL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9600" y="475869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stays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SORT_WS_FAIL and SORT_PHLC_FAIL on the Audit Trail action. SEND_OUT, RELABEL and FAILURE do not print or call PHLC.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for the APIM provider, then seed workbench and labuser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01237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42842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for the API provider on APIM.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762470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 and labuser.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096512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loe_specimen_sorter_map if hospital is omitted.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430554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457986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6246876" y="2706053"/>
            <a:ext cx="5335524" cy="2360295"/>
          </a:xfrm>
          <a:prstGeom prst="roundRect">
            <a:avLst>
              <a:gd name="adj" fmla="val 464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6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012377"/>
            <a:ext cx="265176" cy="26517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886956" y="299866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521196" y="342842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45586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Undeploy lis-crs-spec-ack-svc.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3762470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789902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4096512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4123944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Remove created workbench and labuser.</a:t>
            </a:r>
            <a:endParaRPr lang="en-US" sz="112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2026-09-24T08:34:15Z</dcterms:created>
  <dcterms:modified xsi:type="dcterms:W3CDTF">2026-09-24T08:34:15Z</dcterms:modified>
</cp:coreProperties>
</file>