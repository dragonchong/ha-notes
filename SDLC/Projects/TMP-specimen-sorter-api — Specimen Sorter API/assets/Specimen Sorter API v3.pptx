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to D12 and D14 are answered. D13 is the only open design point; the other two are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date is the end of promotion preparation. Submission is June and pilot July 2027 per the project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039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59936" y="4315016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059936" y="4525328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May 2027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315016"/>
            <a:ext cx="1252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52532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approved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28688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4720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284720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0580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06612" y="4315016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06612" y="4525328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settle before SIT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 (GET hard-codes ltc611)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 No lab. No server name.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203704"/>
            <a:ext cx="5870448" cy="3364992"/>
          </a:xfrm>
          <a:prstGeom prst="roundRect">
            <a:avLst>
              <a:gd name="adj" fmla="val 3261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4231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42316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715768"/>
            <a:ext cx="539496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"QHSP2500000012"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"KTH-SORTER-01"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07.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things to settle before SIT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146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56146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74434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in-process retrieveGcrOrder need the lab before the USID lookup?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00494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D13. If yes, fix the retrieve, not the map. Do not put lab or server name on the map.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48729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48729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67017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creates the Change Request key?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93077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evidence has no ticket yet.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441312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441312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59600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2027 promotion window do we file under?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85660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30 May 2027. June and July 2027 are past the published calendar.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523143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637443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172367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501551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completion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3093244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MAY 2027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867817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runs to 31 Dec 2026. Integration test starts January 2027.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REQUEST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key by hand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WP1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D13 in the retrieve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SEED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workbench, map row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Specimen Sorter API  ·  ref SEM20260612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2026-09-21T07:38:51Z</dcterms:created>
  <dcterms:modified xsi:type="dcterms:W3CDTF">2026-09-21T07:38:51Z</dcterms:modified>
</cp:coreProperties>
</file>