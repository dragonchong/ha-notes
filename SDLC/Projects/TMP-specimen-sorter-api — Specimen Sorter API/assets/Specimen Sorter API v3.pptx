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 (D3).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 (D4).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4 second budget, which is why it runs after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37160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234184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096768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3959352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821936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41120" y="568452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audits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Same today's REG and SEND_OUT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&lt;Send Hospital&gt;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LOESEND_CLUSTER_CODE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&lt;CMS Test Code&gt;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destination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 demogrpahics do not match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Other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Unexpected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request test group for the scanned USID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specimen on a test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suffix A/B/C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several DFT specimens for one time flag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Force-relabel flag in LOE_TEST_MAP setup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96385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39826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6268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5994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status, labCode, testCode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89204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Bin from status. labCode and testCode are LIS.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Retrieve GET: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hard-codes user ltc611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loesort_hosp only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sent: workbench only. Map is hospital fallback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77393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377440"/>
                <a:gridCol w="5486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Equals request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 user; PK with wkbh_labno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PK; omit-hospital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773936"/>
            <a:ext cx="10972800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7914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0292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sorter, more than one lab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3583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one workbench row per lab, same station name and wkbh_id. Missing row is Failure (D12).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7914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0292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Map is optional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3583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every caller sends hospital, do not seed loe_specimen_sorter_map (D15).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05. NON-FUNCTIONAL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synchronous call per tube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10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&lt; 4 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924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response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24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audit commit, print excluded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~20/min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5262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lab in v1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 per tube,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2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686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CPS, HMS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2600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on the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600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APS, BBS and MBS return Failure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workbench,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84535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261408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workbench: station name = sorter id, user = wkbh_id.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row only if hospital can be omitted.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59757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625007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7" name="Shape 14"/>
          <p:cNvSpPr/>
          <p:nvPr/>
        </p:nvSpPr>
        <p:spPr>
          <a:xfrm>
            <a:off x="6246876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8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845356"/>
            <a:ext cx="265176" cy="26517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886956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6521196" y="3261408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2026-09-22T06:50:04Z</dcterms:created>
  <dcterms:modified xsi:type="dcterms:W3CDTF">2026-09-22T06:50:04Z</dcterms:modified>
</cp:coreProperties>
</file>