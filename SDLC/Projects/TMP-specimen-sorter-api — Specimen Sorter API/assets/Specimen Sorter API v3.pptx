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SORT_* plus today's REG and SEND_OUT sit on LOE_AUDIT_TRAIL. Print and PHLC fail are extra rows, not a fifth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response. A late or failed worksheet does not change a status already returned.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including SORT_WS_FAIL and SORT_PHLC_FAIL, or staff cannot find a print or PHLC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Print or PHLC fail writes SORT_WS_FAIL / SORT_PHLC_FAIL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45389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45389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Omitted hospital: loesort_sorter_id → loesort_hosp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Hospital sent: skip the map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 not seed the map if every caller sends hospital.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finds wkbh_station_name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code is wkbh_id on that row, same as labuser_code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status writes an audit action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32918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SORT_REG and REG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 logs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SORT_SO and SEND_OUT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SORT_RELABEL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SORT_FAIL with message 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04D. WORKSHEET AND PHLC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list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3710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SORT_WS_FAIL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46876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3710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196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21196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SORT_PHLC_FAIL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9600" y="475869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stays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 still warns. Put SORT_WS_FAIL and SORT_PHLC_FAIL on the Audit Trail filter. SEND_OUT, RELABEL and FAILURE do not print or call PHLC.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workbench,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84535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261408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workbench: station name = sorter id, user = wkbh_id.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row only if hospital can be omitted.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59757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625007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7" name="Shape 14"/>
          <p:cNvSpPr/>
          <p:nvPr/>
        </p:nvSpPr>
        <p:spPr>
          <a:xfrm>
            <a:off x="6246876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8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845356"/>
            <a:ext cx="265176" cy="26517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886956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6521196" y="3261408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2026-09-22T08:07:44Z</dcterms:created>
  <dcterms:modified xsi:type="dcterms:W3CDTF">2026-09-22T08:07:44Z</dcterms:modified>
</cp:coreProperties>
</file>