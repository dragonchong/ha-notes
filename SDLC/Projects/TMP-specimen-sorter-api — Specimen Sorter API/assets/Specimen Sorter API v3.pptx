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Tony Chong reviewed the design on 10 Sep. Since then: no lab on the map (14 Sep), HA APIM as the consumer (15 Sep), and the map PK / column lengths (21 Sep). The Change Request key still has to be created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the time on the four statuses and the sorter map. Those are the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Middleware cannot call the staff register endpoint on its own, because the packing is built on the screen first. That is why there is a new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service only runs the writes. The second column is what moves behind the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new service and no DDL on workbench. Staff Spec Ack stays as the Relabel and Failure bin.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tube with both local and send-out tests fails rather than splitting (D3). Relabel is not reported as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hosts and headers as the GCRS-LIS API specification v1.0, but a new APIM product. Business failure codes sit on data.code, never as an HTTP 4xx from 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sorter must never use the retrieve GET, because of the hard-coded user. Audit rows carry the map user and the workbench station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Rollback is DROP TABLE. No loesort_key. Location, station name and printer stay on workbench.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late worksheet does not change a status already returned (D4). Print failure is an ALS warning, nothing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sits outside the 4 second budget, which is why it runs after the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Audit Trail filter shows SORT_* before the pilot, or staff cannot find the sorter's attempts.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 to D12 and D14 are answered. D13 is the only open design point; the other two are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questions: why not let middleware call the staff register; why hospital can be omitted; why mixed tubes fail; why server name is not on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date is the end of promotion preparation. Submission is June and pilot July 2027 per the project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113217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CP3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81862" y="2227517"/>
            <a:ext cx="301752" cy="10973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02486" y="2113217"/>
            <a:ext cx="9979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REVIEW  ·  21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58952" y="2478977"/>
            <a:ext cx="909828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Specimen Sorter API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58952" y="3216593"/>
            <a:ext cx="658368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middleware calls one POST on lis-crs-spec-ack-svc. It sends out or registers the tube by USID, with the checks and packing Specimen Acknowledgement runs today.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4315016"/>
            <a:ext cx="1633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4525328"/>
            <a:ext cx="1633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lis-crs-spec-ack-svc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48712" y="4315016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4744" y="4315016"/>
            <a:ext cx="6431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04744" y="4525328"/>
            <a:ext cx="643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TMP-000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03904" y="4315016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9936" y="4315016"/>
            <a:ext cx="947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59936" y="4525328"/>
            <a:ext cx="947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May 2027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63896" y="4315016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9928" y="4315016"/>
            <a:ext cx="1252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19928" y="452532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approved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28688" y="4315016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84720" y="4315016"/>
            <a:ext cx="9098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84720" y="4525328"/>
            <a:ext cx="90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50580" y="4315016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06612" y="4315016"/>
            <a:ext cx="1709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06612" y="4525328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Tony Chong, CP3 panel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this review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1371600"/>
            <a:ext cx="10972800" cy="716280"/>
          </a:xfrm>
          <a:prstGeom prst="roundRect">
            <a:avLst>
              <a:gd name="adj" fmla="val 15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44" y="1371600"/>
            <a:ext cx="50292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1120" y="1473708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41120" y="1738884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clicks today, sorter calls tomorrow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09600" y="2234184"/>
            <a:ext cx="10972800" cy="716280"/>
          </a:xfrm>
          <a:prstGeom prst="roundRect">
            <a:avLst>
              <a:gd name="adj" fmla="val 15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344" y="2234184"/>
            <a:ext cx="50292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1120" y="2336292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design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41120" y="2601468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Spec Ack screen owns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609600" y="3096768"/>
            <a:ext cx="10972800" cy="716280"/>
          </a:xfrm>
          <a:prstGeom prst="roundRect">
            <a:avLst>
              <a:gd name="adj" fmla="val 15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344" y="3096768"/>
            <a:ext cx="50292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1120" y="3198876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change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41120" y="3464052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POST, four outcomes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09600" y="3959352"/>
            <a:ext cx="10972800" cy="716280"/>
          </a:xfrm>
          <a:prstGeom prst="roundRect">
            <a:avLst>
              <a:gd name="adj" fmla="val 15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344" y="3959352"/>
            <a:ext cx="50292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1120" y="4061460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contract and data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41120" y="4326636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APIM call, sorter map, audit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609600" y="4821936"/>
            <a:ext cx="10972800" cy="716280"/>
          </a:xfrm>
          <a:prstGeom prst="roundRect">
            <a:avLst>
              <a:gd name="adj" fmla="val 15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344" y="4821936"/>
            <a:ext cx="50292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41120" y="4924044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 and fallback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41120" y="5189220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Seed, deploy, pilot, roll back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609600" y="5684520"/>
            <a:ext cx="10972800" cy="716280"/>
          </a:xfrm>
          <a:prstGeom prst="roundRect">
            <a:avLst>
              <a:gd name="adj" fmla="val 15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7344" y="5684520"/>
            <a:ext cx="50292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41120" y="5786628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questions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41120" y="6051804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settle before SIT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01. BACKGROUND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 scan and click today. The sorter will call LIS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82646"/>
            <a:ext cx="5335524" cy="2007108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3207258"/>
            <a:ext cx="609219" cy="2286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AS-IS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02867" y="3175254"/>
            <a:ext cx="40679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 scan and press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6324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Specimen Acknowledgement in lab-crs-app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96011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the label, then Send-out or Register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428777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and packing: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on the screen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882646"/>
            <a:ext cx="5335524" cy="2007108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3207258"/>
            <a:ext cx="60921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TO-BE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240143" y="3175254"/>
            <a:ext cx="40679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Sorter scans, LIS decides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6324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middleware through HA APIM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96011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POST with the USID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428777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on the same call, sorter bins the tube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02. EXISTING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Spec Ack screen owns validation and packing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20040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Screen does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does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Sorter API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Retrieve GCRS order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Scans USID, calls retrieve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retrieveGcrOrder (GET hard-codes ltc611)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Retrieve as the mapped user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Send-out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Staff click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sendOutSpecimen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send-out path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Validation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Soft prompts, hard validator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Assumes checks passed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Soft to ALS, hard to Failure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Packing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Groups tests, request no., ward and doctor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register() needs the packing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Server-side convertor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Worksheet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Builds Ro, staff pick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Three print methods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Print all, after Registered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PHLC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Calls after register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createPhlcLabOrder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After Registered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2286000"/>
            <a:ext cx="10972800" cy="3200400"/>
          </a:xfrm>
          <a:prstGeom prst="roundRect">
            <a:avLst>
              <a:gd name="adj" fmla="val 3429"/>
            </a:avLst>
          </a:prstGeom>
          <a:solidFill>
            <a:srgbClr val="FFFFFF">
              <a:alpha val="0"/>
            </a:srgbClr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03. 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POST, the screen logic behind it, one map table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48832"/>
            <a:ext cx="2599182" cy="2074735"/>
          </a:xfrm>
          <a:prstGeom prst="roundRect">
            <a:avLst>
              <a:gd name="adj" fmla="val 52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D:\Github\HA-Notes\LIS\skills\design-review-pptx\assets\icons\png\accent\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344" y="3132296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7344" y="3589496"/>
            <a:ext cx="2123694" cy="19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New API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7344" y="3878104"/>
            <a:ext cx="2123694" cy="90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/api/sorter/auto-register on lis-crs-spec-ack-svc. Staff /api/specack is unchanged.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00806" y="2848832"/>
            <a:ext cx="2599182" cy="2074735"/>
          </a:xfrm>
          <a:prstGeom prst="roundRect">
            <a:avLst>
              <a:gd name="adj" fmla="val 52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1" descr="D:\Github\HA-Notes\LIS\skills\design-review-pptx\assets\icons\png\accent\layer-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0" y="3132296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38550" y="3589496"/>
            <a:ext cx="2123694" cy="19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Move screen logic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638550" y="3878104"/>
            <a:ext cx="2123694" cy="90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Retrieve, validation and packing run server-side, then the existing send-out, register, print and PHLC.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92012" y="2848832"/>
            <a:ext cx="2599182" cy="2074735"/>
          </a:xfrm>
          <a:prstGeom prst="roundRect">
            <a:avLst>
              <a:gd name="adj" fmla="val 52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2" descr="D:\Github\HA-Notes\LIS\skills\design-review-pptx\assets\icons\png\accent\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756" y="3132296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29756" y="3589496"/>
            <a:ext cx="2123694" cy="19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Sorter map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29756" y="3878104"/>
            <a:ext cx="2123694" cy="90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loe_specimen_sorter_map: sorter id (PK) to LIS user, hospital and workbench. No lab. No server name.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83218" y="2848832"/>
            <a:ext cx="2599182" cy="2074735"/>
          </a:xfrm>
          <a:prstGeom prst="roundRect">
            <a:avLst>
              <a:gd name="adj" fmla="val 52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7" name="Image 3" descr="D:\Github\HA-Notes\LIS\skills\design-review-pptx\assets\icons\png\accent\clipboard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962" y="3132296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20962" y="3589496"/>
            <a:ext cx="2123694" cy="19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220962" y="3878104"/>
            <a:ext cx="2123694" cy="90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SORT_* actions plus today's REG and SEND_OUT on LOE_AUDIT_TRAIL.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03A. OUTCOME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tube ends in one of four statuses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96596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USID + sorterId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55520" y="2359152"/>
            <a:ext cx="27432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48712" y="1828800"/>
            <a:ext cx="2103120" cy="128016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90544" y="3200400"/>
            <a:ext cx="219456" cy="32918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3152" y="32369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3272" y="2359152"/>
            <a:ext cx="27432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3544" y="2084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36464" y="1828800"/>
            <a:ext cx="2103120" cy="128016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Relabel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8296" y="3200400"/>
            <a:ext cx="219456" cy="32918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0904" y="32369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31024" y="2359152"/>
            <a:ext cx="27432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1296" y="2084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24216" y="1828800"/>
            <a:ext cx="2103120" cy="128016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tests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send-out?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66048" y="3200400"/>
            <a:ext cx="219456" cy="32918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8656" y="32369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18776" y="2359152"/>
            <a:ext cx="274320" cy="219456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09048" y="2084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338816" y="1965960"/>
            <a:ext cx="1243584" cy="1005840"/>
          </a:xfrm>
          <a:prstGeom prst="roundRect">
            <a:avLst>
              <a:gd name="adj" fmla="val 10909"/>
            </a:avLst>
          </a:prstGeom>
          <a:solidFill>
            <a:srgbClr val="0369A1"/>
          </a:solidFill>
          <a:ln w="9525">
            <a:solidFill>
              <a:srgbClr val="0369A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48712" y="3675888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1592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1592" y="4087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sorter, lab, mixed, hard check, 4422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5236464" y="3675888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9344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RELABEL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19344" y="4087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Multi-group, suffix, DFT time flag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7824216" y="3675888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7096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SEND_OUT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07096" y="4087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send-out, no print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609600" y="5257800"/>
            <a:ext cx="10972800" cy="868680"/>
          </a:xfrm>
          <a:prstGeom prst="roundRect">
            <a:avLst>
              <a:gd name="adj" fmla="val 12632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3920" y="5422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2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RETURNED ON DATA.STATUS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3920" y="56692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REGISTERED | SEND_OUT | RELABEL | FAILURE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16240" y="5440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200 on every decision. Soft alerts go to ALS, never the body.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04. API CONTRACT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Middleware calls through HA APIM with a gateway key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203704"/>
            <a:ext cx="5870448" cy="3364992"/>
          </a:xfrm>
          <a:prstGeom prst="roundRect">
            <a:avLst>
              <a:gd name="adj" fmla="val 3261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44" y="24231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/api/sorter/auto-register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657088" y="242316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7344" y="2715768"/>
            <a:ext cx="53949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request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"usid"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"QHSP2500000012"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"sorterId"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"KTH-SORTER-01"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"hospital"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"QEH"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"hkid"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"patientName"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response data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"REGISTERED"</a:t>
            </a:r>
            <a:endParaRPr lang="en-US" sz="1125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781800" y="2403729"/>
            <a:ext cx="4800600" cy="884682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0" descr="D:\Github\HA-Notes\LIS\skills\design-review-pptx\assets\icons\png\accent\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2968" y="2632329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93864" y="2604897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Gateway headers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6982968" y="2897505"/>
            <a:ext cx="4398264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x-gateway-apikey and x-ha-hospcode. No Hub JWT.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6781800" y="3443859"/>
            <a:ext cx="4800600" cy="884682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1" descr="D:\Github\HA-Notes\LIS\skills\design-review-pptx\assets\icons\png\accent\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968" y="3672459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93864" y="3645027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Hospital is optional</a:t>
            </a:r>
            <a:endParaRPr lang="en-US" sz="1275" dirty="0"/>
          </a:p>
        </p:txBody>
      </p:sp>
      <p:sp>
        <p:nvSpPr>
          <p:cNvPr id="15" name="Text 11"/>
          <p:cNvSpPr/>
          <p:nvPr/>
        </p:nvSpPr>
        <p:spPr>
          <a:xfrm>
            <a:off x="6982968" y="3937635"/>
            <a:ext cx="4398264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Omitted: loesort_hosp. Different from the map: Failure.</a:t>
            </a:r>
            <a:endParaRPr lang="en-US" sz="1125" dirty="0"/>
          </a:p>
        </p:txBody>
      </p:sp>
      <p:sp>
        <p:nvSpPr>
          <p:cNvPr id="16" name="Shape 12"/>
          <p:cNvSpPr/>
          <p:nvPr/>
        </p:nvSpPr>
        <p:spPr>
          <a:xfrm>
            <a:off x="6781800" y="4483989"/>
            <a:ext cx="4800600" cy="884682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7" name="Image 2" descr="D:\Github\HA-Notes\LIS\skills\design-review-pptx\assets\icons\png\accent\triangle-exclam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968" y="4712589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93864" y="4685157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Bin from data.status</a:t>
            </a:r>
            <a:endParaRPr lang="en-US" sz="1275" dirty="0"/>
          </a:p>
        </p:txBody>
      </p:sp>
      <p:sp>
        <p:nvSpPr>
          <p:cNvPr id="19" name="Text 14"/>
          <p:cNvSpPr/>
          <p:nvPr/>
        </p:nvSpPr>
        <p:spPr>
          <a:xfrm>
            <a:off x="6982968" y="4977765"/>
            <a:ext cx="4398264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200 is not Registered. 500 means retry.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04A. SORTER IDENTITY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and workbench come from the sorter id, not a PC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718816"/>
            <a:ext cx="5335524" cy="233476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3043428"/>
            <a:ext cx="1054989" cy="2286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TODAY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048637" y="3011424"/>
            <a:ext cx="362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Login decides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46862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LIS account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79628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Workbench: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selectWorkbench by PC name or 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412394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 GET: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hard-codes user ltc611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718816"/>
            <a:ext cx="5335524" cy="2334768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3043428"/>
            <a:ext cx="1054989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POST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85913" y="3011424"/>
            <a:ext cx="362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Sorter id decides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46862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loesort_usercode on the 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79628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Workbench: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wkbh_id plus the order's lab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412394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value, else loesort_hosp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21196" y="445160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HospitalService from hosp and lab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04B. DATA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Sorter id is the PK. Lab and server stay off the map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002536"/>
          <a:ext cx="10972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loesort_sorter_id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VARCHAR2(64)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key; unique sorter identifier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loesort_hosp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VARCHAR2(8)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Hospital when the request omits it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loesort_usercode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VARCHAR2(12)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Dedicated sorter LIS user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loesort_workbench_id</a:t>
                      </a:r>
                      <a:endParaRPr lang="en-US" sz="1125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VARCHAR2(8)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Workbench, loaded with the order's lab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2002536"/>
            <a:ext cx="10972800" cy="2286000"/>
          </a:xfrm>
          <a:prstGeom prst="roundRect">
            <a:avLst>
              <a:gd name="adj" fmla="val 4800"/>
            </a:avLst>
          </a:prstGeom>
          <a:solidFill>
            <a:srgbClr val="FFFFFF">
              <a:alpha val="0"/>
            </a:srgbClr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4562856"/>
            <a:ext cx="5335524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3920" y="4800600"/>
            <a:ext cx="4786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sorter, more than one lab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83920" y="5129784"/>
            <a:ext cx="4786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comes from the retrieved order. Seed one workbench row per lab; a missing row is Failure (D12).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6876" y="4562856"/>
            <a:ext cx="5335524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21196" y="4800600"/>
            <a:ext cx="4786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server column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21196" y="5129784"/>
            <a:ext cx="47868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ServiceParameterVo.serverName comes from HospitalService / LisLabServer, not loesort_server_name (D14).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04C. STATUS AND AUDIT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REGISTERED prints, and only after the response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743200"/>
          <a:ext cx="10972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  <a:gridCol w="356616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Writes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Worksheet and PHLC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Sorter bin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REGISTERED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 request, SORT_REG and REG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worksheets, then PHLC, after return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In-house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SEND_OUT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Send-out, tracking, SORT_SO and SEND_OUT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Send-out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RELABEL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SORT_RELABEL only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Staff Spec Ack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FAILURE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SORT_FAIL with message code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Staff Spec Ack</a:t>
                      </a:r>
                      <a:endParaRPr lang="en-US" sz="112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01168" marR="20116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2743200"/>
            <a:ext cx="10972800" cy="2286000"/>
          </a:xfrm>
          <a:prstGeom prst="roundRect">
            <a:avLst>
              <a:gd name="adj" fmla="val 4800"/>
            </a:avLst>
          </a:prstGeom>
          <a:solidFill>
            <a:srgbClr val="FFFFFF">
              <a:alpha val="0"/>
            </a:srgbClr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05. NON-FUNCTIONAL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synchronous call per tube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3051810"/>
            <a:ext cx="3505200" cy="166878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1040" y="3362706"/>
            <a:ext cx="332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9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&lt; 4 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92480" y="3938778"/>
            <a:ext cx="313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 response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2480" y="4194810"/>
            <a:ext cx="3139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 audit commit, print excluded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3051810"/>
            <a:ext cx="3505200" cy="166878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3362706"/>
            <a:ext cx="332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9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~20/min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4526280" y="3938778"/>
            <a:ext cx="313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lab in v1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4194810"/>
            <a:ext cx="3139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call per tube, sync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77200" y="3051810"/>
            <a:ext cx="3505200" cy="166878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8640" y="3362706"/>
            <a:ext cx="332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9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CPS, HMS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8260080" y="3938778"/>
            <a:ext cx="313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Labs on the order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60080" y="4194810"/>
            <a:ext cx="3139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APS, BBS and MBS return Failure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06. PROMOTION AND FALLBACK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Seed the map, open the gateway path, pilot CPS and HMS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372011"/>
            <a:ext cx="5335524" cy="3028378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D:\Github\HA-Notes\LIS\skills\design-review-pptx\assets\icons\png\success\cloud-arrow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0" y="2678335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9680" y="2664619"/>
            <a:ext cx="4421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3920" y="3094387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222248" y="3121819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sorter LIS user.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883920" y="3428429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222248" y="3455861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a workbench row per lab.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883920" y="3762470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222248" y="3789902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the map row: PK sorter id, no lab, no server name.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883920" y="4096512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222248" y="4123944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lis-crs-spec-ack-svc.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883920" y="4430554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1222248" y="4457986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the APIM product and NetworkPolicy.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883920" y="4764595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222248" y="4792028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CPS and HMS.</a:t>
            </a:r>
            <a:endParaRPr lang="en-US" sz="1125" dirty="0"/>
          </a:p>
        </p:txBody>
      </p:sp>
      <p:sp>
        <p:nvSpPr>
          <p:cNvPr id="19" name="Shape 16"/>
          <p:cNvSpPr/>
          <p:nvPr/>
        </p:nvSpPr>
        <p:spPr>
          <a:xfrm>
            <a:off x="6246876" y="2372011"/>
            <a:ext cx="5335524" cy="3028378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0" name="Image 1" descr="D:\Github\HA-Notes\LIS\skills\design-review-pptx\assets\icons\png\danger\rotate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196" y="2678335"/>
            <a:ext cx="265176" cy="26517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86956" y="2664619"/>
            <a:ext cx="4421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Fallback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521196" y="3094387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6859524" y="3121819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the middleware. Staff Spec Ack is unchanged.</a:t>
            </a:r>
            <a:endParaRPr lang="en-US" sz="1125" dirty="0"/>
          </a:p>
        </p:txBody>
      </p:sp>
      <p:sp>
        <p:nvSpPr>
          <p:cNvPr id="24" name="Text 20"/>
          <p:cNvSpPr/>
          <p:nvPr/>
        </p:nvSpPr>
        <p:spPr>
          <a:xfrm>
            <a:off x="6521196" y="3428429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75" dirty="0"/>
          </a:p>
        </p:txBody>
      </p:sp>
      <p:sp>
        <p:nvSpPr>
          <p:cNvPr id="25" name="Text 21"/>
          <p:cNvSpPr/>
          <p:nvPr/>
        </p:nvSpPr>
        <p:spPr>
          <a:xfrm>
            <a:off x="6859524" y="3455861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loe_specimen_sorter_map on full rollback.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6521196" y="3762470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75" dirty="0"/>
          </a:p>
        </p:txBody>
      </p:sp>
      <p:sp>
        <p:nvSpPr>
          <p:cNvPr id="27" name="Text 23"/>
          <p:cNvSpPr/>
          <p:nvPr/>
        </p:nvSpPr>
        <p:spPr>
          <a:xfrm>
            <a:off x="6859524" y="3789902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conversion of historical requests.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07. OPEN QUESTIONS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things to settle before SIT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561463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44" y="2561463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1120" y="2744343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in-process retrieveGcrOrder need the lab before the USID lookup?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41120" y="3004947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D13. If yes, fix the retrieve, not the map. Do not put lab or server name on the map.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09600" y="3487293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344" y="3487293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1120" y="3670173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creates the Change Request key?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41120" y="3930777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 evidence has no ticket yet.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609600" y="4413123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344" y="4413123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1120" y="4596003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2027 promotion window do we file under?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41120" y="4856607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30 May 2027. June and July 2027 are past the published calendar.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7232" y="3014282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DISCUSSION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37232" y="3361754"/>
            <a:ext cx="7717536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Q&amp;A</a:t>
            </a:r>
            <a:endParaRPr lang="en-US" sz="3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67400" y="1523143"/>
            <a:ext cx="457200" cy="457200"/>
          </a:xfrm>
          <a:prstGeom prst="ellipse">
            <a:avLst/>
          </a:prstGeom>
          <a:solidFill>
            <a:srgbClr val="082F49"/>
          </a:solidFill>
          <a:ln w="12700">
            <a:solidFill>
              <a:srgbClr val="082F49"/>
            </a:solidFill>
            <a:prstDash val="solid"/>
          </a:ln>
        </p:spPr>
      </p:sp>
      <p:pic>
        <p:nvPicPr>
          <p:cNvPr id="3" name="Image 0" descr="D:\Github\HA-Notes\LIS\skills\design-review-pptx\assets\icons\png\onDark\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1700" y="1637443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2600" y="2172367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752600" y="2501551"/>
            <a:ext cx="8686800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Target completion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752600" y="3093244"/>
            <a:ext cx="86868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9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 MAY 2027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2406396" y="3867817"/>
            <a:ext cx="737920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runs to 31 Dec 2026. Integration test starts January 2027.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38200" y="4466177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REQUEST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8200" y="4685633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key by hand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58056" y="4466177"/>
            <a:ext cx="10973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14088" y="4466177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14088" y="4685633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D13 in the retrieve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33944" y="4466177"/>
            <a:ext cx="10973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9976" y="4466177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 SEED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189976" y="4685633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Sorter user, workbench, map row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8952" y="6089904"/>
            <a:ext cx="1067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TMP-000   </a:t>
            </a:r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lis-crs-spec-ack-svc  ·  Specimen Sorter API  ·  ref SEM20260612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Hospital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Specimen Sorter API</dc:title>
  <dc:subject>lis-crs-spec-ack-svc - one POST to send out or register a tube by USID</dc:subject>
  <dc:creator>Ka</dc:creator>
  <cp:lastModifiedBy>Ka</cp:lastModifiedBy>
  <cp:revision>1</cp:revision>
  <dcterms:created xsi:type="dcterms:W3CDTF">2026-09-21T07:45:20Z</dcterms:created>
  <dcterms:modified xsi:type="dcterms:W3CDTF">2026-09-21T07:45:20Z</dcterms:modified>
</cp:coreProperties>
</file>