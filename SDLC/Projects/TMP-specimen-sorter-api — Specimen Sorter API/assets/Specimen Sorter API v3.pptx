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0904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 assignment, ward and doctor conversions,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convertor, same registration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convertor, same worksheet printing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phlc e-order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20904"/>
            <a:ext cx="10972800" cy="4730591"/>
          </a:xfrm>
          <a:prstGeom prst="roundRect">
            <a:avLst>
              <a:gd name="adj" fmla="val 232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Neither local nor send-out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local test and not a defined send-out test. FAILURE.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453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4533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0200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2578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5869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need the map if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50200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2578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5869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2026-09-24T09:09:07Z</dcterms:created>
  <dcterms:modified xsi:type="dcterms:W3CDTF">2026-09-24T09:09:07Z</dcterms:modified>
</cp:coreProperties>
</file>