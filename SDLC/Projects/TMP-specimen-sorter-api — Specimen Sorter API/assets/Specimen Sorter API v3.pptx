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581912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532888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483864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4434840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385816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loe_specimen_sorter_map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 id (PK) → user, hospital, workbench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SORT_* plus REG and SEND_OUT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 on LOE_AUDIT_TRAIL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2026-09-22T02:58:28Z</dcterms:created>
  <dcterms:modified xsi:type="dcterms:W3CDTF">2026-09-22T02:58:28Z</dcterms:modified>
</cp:coreProperties>
</file>