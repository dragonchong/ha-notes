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 (D11).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on this node is SEND_OUT. Mixed local plus send-out already failed (D3).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loereqtst_test_code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LOESEND_CLUSTER_CODE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send hospital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 No worksheet.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 (D3).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 this node is FAILURE. Soft alerts stay on ALS.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 (R12)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HKID or name does not match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workbench location — 4422 (D9)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 (D3)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 patient, missing collection date, STAR unbox alert: ALS only. Not on the body (R6).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 on this node is RELABEL. No write. Not Failure (R3).</a:t>
            </a:r>
            <a:endParaRPr lang="en-US" sz="11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request test group for the scanned USID (R4a).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specimen on a test, suffix A/B/C, or several DFT specimens for one time flag (R4b, R4c).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GCRS force-relabel flag, or auto-gen-only lab. No checkbox. No invented number (R11).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 Partial DFT remainder is Relabel too (Q15).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loesort_hosp only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sent: workbench only. Map is hospital fallback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7739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Equals request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 user; PK with wkbh_labno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PK; omit-hospital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773936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one workbench row per lab, same station name and wkbh_id.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 is optional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every caller sends hospital, do not seed loe_specimen_sorter_map (D15).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2026-09-22T04:09:00Z</dcterms:created>
  <dcterms:modified xsi:type="dcterms:W3CDTF">2026-09-22T04:09:00Z</dcterms:modified>
</cp:coreProperties>
</file>