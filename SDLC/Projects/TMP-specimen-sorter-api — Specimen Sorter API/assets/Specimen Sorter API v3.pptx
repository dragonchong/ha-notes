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Tony Chong reviewed the design on 10 Sep. Since then: no lab on the map (14 Sep), HA APIM as the consumer (15 Sep), and the map PK / column lengths (21 Sep). The Change Request key still has to be created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time on the four statuses and the sorter map. Those are the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Middleware cannot call the staff register endpoint on its own, because the packing is built on the screen first. That is why there is a new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service only runs the writes. The second column is what moves behind the POST.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new service and no DDL on workbench. Staff Spec Ack stays as the Relabel and Failure bin.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tube with both local and send-out tests fails rather than splitting (D3). Relabel is not reported as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how LIS knows a test is send-out: LOESEND_HOSP and LOESEND_CLUSTER_CODE.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join Spec Ack uses today. Lab on the order still scopes the lookup inside the service. No print after SEND_OUT.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lists the hard Spec Ack checks that become Failure, and the soft ones that do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Relabel is a different node. Do not report these as Relabel.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slide is the Assign-USID rules without the staff checkbox.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getAutoAssignUsid rules as Spec Ack, without RelabelUisdSpecimenCheckboxId.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hosts and headers as the GCRS-LIS API specification v1.0, but a new APIM product. Business failure codes sit on data.code, never as an HTTP 4xx from LIS.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must never use the retrieve GET, because of the hard-coded user. Audit rows carry wkbh_id and wkbh_station_name. Hub already has selectWorkbenchsByStationName.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loesort_usercode or loesort_workbench_id. Location and printer stay on workbench. Server name still comes from HospitalService.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late worksheet does not change a status already returned (D4). Print failure is an ALS warning, nothing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sits outside the 4 second budget, which is why it runs after the response.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 the Audit Trail filter shows SORT_* before the pilot, or staff cannot find the sorter's attempts.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not let middleware call the staff register; why hospital sent skips the map; why mixed tubes fail; why user is wkbh_id.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113217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227517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113217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DESIGN REVIEW  ·  21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478977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216593"/>
            <a:ext cx="658368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calls one POST on lis-crs-spec-ack-svc. It sends out or registers the tube by USID, with the validations and packing Specimen Acknowledgement runs today.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315016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525328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315016"/>
            <a:ext cx="7955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525328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LIS-XXXXX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56304" y="4315016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12336" y="4315016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12336" y="4525328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this review covers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37160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37160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137160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09600" y="2234184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7344" y="2234184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41120" y="2234184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design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09600" y="3096768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344" y="3096768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1120" y="3096768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change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09600" y="3959352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7344" y="3959352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1120" y="3959352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09600" y="4821936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821936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821936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 and data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09600" y="5684520"/>
            <a:ext cx="10972800" cy="716280"/>
          </a:xfrm>
          <a:prstGeom prst="roundRect">
            <a:avLst>
              <a:gd name="adj" fmla="val 1531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7344" y="5684520"/>
            <a:ext cx="50292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41120" y="5684520"/>
            <a:ext cx="10003536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Promotion and fallback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01. 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click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 and press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in ECPath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label, then Send-out or Register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screen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882646"/>
            <a:ext cx="5335524" cy="2007108"/>
          </a:xfrm>
          <a:prstGeom prst="roundRect">
            <a:avLst>
              <a:gd name="adj" fmla="val 5467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320725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240143" y="317525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decides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632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middleware through LIS API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96011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POST with the USID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8777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on the same call, sorter bins the tube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02. 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owns validation and packing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28600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926080"/>
                <a:gridCol w="3200400"/>
                <a:gridCol w="3017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Screen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Service does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API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Scans USID, calls retrieve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retrieveGcrOrder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retrieval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click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sendOutSpecimen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Same send-out path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prompts, hard validator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Assumes checks passed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Soft to ALS, hard to 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Packing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Groups tests, request no.,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register() needs the packing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Server-side convertor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conversion, staff pick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Three kinds of printouts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Print all, 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after register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createPhlcLabOrder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 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286000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03. 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POST, the screen logic behind it, workbench first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accent\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344" y="303704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7344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API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847344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POST /api/sorter/auto-register on lis-crs-spec-ack-svc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ECPath /api/specack is unchanged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400806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1" descr="D:\Github\HA-Notes\LIS\skills\design-review-pptx\assets\icons\png\accent\layer-gro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550" y="3037046"/>
            <a:ext cx="265176" cy="26517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38550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Move screen logic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3638550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Retrieve, validation, packing on the server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Then existng send-out, register, print, PHLC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92012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2" descr="D:\Github\HA-Notes\LIS\skills\design-review-pptx\assets\icons\png\accent\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3037046"/>
            <a:ext cx="265176" cy="26517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29756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 first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29756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sorterId = wkbh_station_name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User = wkbh_id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8983218" y="2753582"/>
            <a:ext cx="2599182" cy="2265235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3" descr="D:\Github\HA-Notes\LIS\skills\design-review-pptx\assets\icons\png\accent\clipboard-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0962" y="3037046"/>
            <a:ext cx="265176" cy="2651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20962" y="3494246"/>
            <a:ext cx="2123694" cy="197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9220962" y="3782854"/>
            <a:ext cx="2123694" cy="1093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New SORT_* audits on LOE_AUDIT_TRAIL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Same today's REG and SEND_OUT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03A. OUTCOME FLOW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tube ends in one of four statuses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016240" y="5440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on every decision. Soft alerts go to ALS, never the body.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03B.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are all tests send-out?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03C. SEND-OUT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send-out test is a cluster code at that hospital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80360"/>
            <a:ext cx="5870448" cy="2011680"/>
          </a:xfrm>
          <a:prstGeom prst="roundRect">
            <a:avLst>
              <a:gd name="adj" fmla="val 5455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309981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LOE_SENDOUT_TEST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309981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3392424"/>
            <a:ext cx="539496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match GCRS test to send-out list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LOESEND_HOSP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&lt;Send Hospital&gt;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LOESEND_CLUSTER_CODE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&lt;CMS Test Code&gt;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40372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v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632329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60489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tests match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9750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sendOutSpecimen. Status SEND_OUT.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44385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672459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64502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Mixed on one USID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93763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Some send-out, some local. FAILURE. Do not split.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483989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circle-x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712589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685157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sorter flag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977765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request does not say send-out. The table does.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03D.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do hard checks pass?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03E. VALIDATION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Spec Ack checks stop the API as Failure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636776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03504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Category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Examples from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 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Ack / collect / request / DOB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Doctor / location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Unmapped doctor, ward, specialty, report destination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Test / specimen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Failed test check; used or deleted; APS / BBS / MBS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Patient demogrpahics do not match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Mixed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and send-out on one USID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Other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Unexpected error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636776"/>
            <a:ext cx="1097280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5111496"/>
            <a:ext cx="1097280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3492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do not bin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678424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Overnight, valid period, duplicate, private, missing collection date, STAR unbox alert: ALS only.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03F.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 decision: can USID be the request number?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09600" y="196596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+ sorterId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55520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48712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tests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send-out?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90544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3152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3272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6464" y="1828800"/>
            <a:ext cx="2103120" cy="1280160"/>
          </a:xfrm>
          <a:prstGeom prst="hexagon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296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70904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31024" y="2359152"/>
            <a:ext cx="274320" cy="219456"/>
          </a:xfrm>
          <a:prstGeom prst="right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21296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24216" y="1828800"/>
            <a:ext cx="2103120" cy="1280160"/>
          </a:xfrm>
          <a:prstGeom prst="hexagon">
            <a:avLst/>
          </a:prstGeom>
          <a:solidFill>
            <a:srgbClr val="0369A1"/>
          </a:solidFill>
          <a:ln w="25400">
            <a:solidFill>
              <a:srgbClr val="0284C7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Relabel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766048" y="3200400"/>
            <a:ext cx="219456" cy="329184"/>
          </a:xfrm>
          <a:prstGeom prst="downArrow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58656" y="323697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018776" y="2359152"/>
            <a:ext cx="274320" cy="219456"/>
          </a:xfrm>
          <a:prstGeom prst="rightArrow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09048" y="20848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338816" y="1965960"/>
            <a:ext cx="1243584" cy="1005840"/>
          </a:xfrm>
          <a:prstGeom prst="roundRect">
            <a:avLst>
              <a:gd name="adj" fmla="val 10909"/>
            </a:avLst>
          </a:prstGeom>
          <a:solidFill>
            <a:srgbClr val="0369A1"/>
          </a:solidFill>
          <a:ln w="9525">
            <a:solidFill>
              <a:srgbClr val="0369A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48712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31592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SEND_OUT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464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19344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FAILURE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4216" y="3675888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7096" y="367588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9600" y="52578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3920" y="542239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spc="12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3920" y="5669280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REGISTERED | SEND_OUT | RELABEL | FAILURE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03G. RELABEL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Relabel when USID cannot be the request number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request groups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request test group for the scanned USID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Multiple specimens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More than one specimen on a test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suffix A/B/C</a:t>
            </a:r>
            <a:endParaRPr lang="en-US" sz="13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several DFT specimens for one time flag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488502"/>
            <a:ext cx="3505200" cy="2246757"/>
          </a:xfrm>
          <a:prstGeom prst="roundRect">
            <a:avLst>
              <a:gd name="adj" fmla="val 488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80854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247454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Force relabel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55796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Force-relabel flag in LOE_TEST_MAP setup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96385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registered.  </a:t>
            </a:r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RELABEL. No lab request.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04. API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Middleware calls through HA APIM with a gateway key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88820"/>
            <a:ext cx="5870448" cy="3794760"/>
          </a:xfrm>
          <a:prstGeom prst="roundRect">
            <a:avLst>
              <a:gd name="adj" fmla="val 2892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208276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657088" y="2208276"/>
            <a:ext cx="5852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JSON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47344" y="2500884"/>
            <a:ext cx="53949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request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"QECAA0032R"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"QEH-SORTER-01"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"QEH"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"patientName"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43F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response data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"status"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"REGISTERED"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"labCode"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"CPS"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"testCode"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"LFT"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9" name="Image 0" descr="D:\Github\HA-Notes\LIS\skills\design-review-pptx\assets\icons\png\accent\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2968" y="254660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293864" y="251917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Gateway headers</a:t>
            </a:r>
            <a:endParaRPr lang="en-US" sz="1275" dirty="0"/>
          </a:p>
        </p:txBody>
      </p:sp>
      <p:sp>
        <p:nvSpPr>
          <p:cNvPr id="11" name="Text 8"/>
          <p:cNvSpPr/>
          <p:nvPr/>
        </p:nvSpPr>
        <p:spPr>
          <a:xfrm>
            <a:off x="6982968" y="281178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x-gateway-apikey and x-ha-hospcode.</a:t>
            </a:r>
            <a:endParaRPr lang="en-US" sz="1125" dirty="0"/>
          </a:p>
        </p:txBody>
      </p:sp>
      <p:sp>
        <p:nvSpPr>
          <p:cNvPr id="12" name="Shape 9"/>
          <p:cNvSpPr/>
          <p:nvPr/>
        </p:nvSpPr>
        <p:spPr>
          <a:xfrm>
            <a:off x="6781800" y="335813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3" name="Image 1" descr="D:\Github\HA-Notes\LIS\skills\design-review-pptx\assets\icons\png\accent\ser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968" y="3586734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93864" y="355930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 skips the map</a:t>
            </a:r>
            <a:endParaRPr lang="en-US" sz="1275" dirty="0"/>
          </a:p>
        </p:txBody>
      </p:sp>
      <p:sp>
        <p:nvSpPr>
          <p:cNvPr id="15" name="Text 11"/>
          <p:cNvSpPr/>
          <p:nvPr/>
        </p:nvSpPr>
        <p:spPr>
          <a:xfrm>
            <a:off x="6982968" y="385191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Sent: Map workbench and user only. Omitted: loesort_hosp.</a:t>
            </a:r>
            <a:endParaRPr lang="en-US" sz="1125" dirty="0"/>
          </a:p>
        </p:txBody>
      </p:sp>
      <p:sp>
        <p:nvSpPr>
          <p:cNvPr id="16" name="Shape 12"/>
          <p:cNvSpPr/>
          <p:nvPr/>
        </p:nvSpPr>
        <p:spPr>
          <a:xfrm>
            <a:off x="6781800" y="439826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7" name="Image 2" descr="D:\Github\HA-Notes\LIS\skills\design-review-pptx\assets\icons\png\accent\triangle-exclam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968" y="4626864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293864" y="4599432"/>
            <a:ext cx="4087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Returned status, labCode, testCode</a:t>
            </a:r>
            <a:endParaRPr lang="en-US" sz="1275" dirty="0"/>
          </a:p>
        </p:txBody>
      </p:sp>
      <p:sp>
        <p:nvSpPr>
          <p:cNvPr id="19" name="Text 14"/>
          <p:cNvSpPr/>
          <p:nvPr/>
        </p:nvSpPr>
        <p:spPr>
          <a:xfrm>
            <a:off x="6982968" y="489204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is not Registered. Bin from status. labCode and testCode are LIS. 500 means retry.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04A. SORTER IDENTITY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station name, not a PC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2048637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Login decides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LIS account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selectWorkbench by PC name or IP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46876" y="2718816"/>
            <a:ext cx="5335524" cy="2334768"/>
          </a:xfrm>
          <a:prstGeom prst="roundRect">
            <a:avLst>
              <a:gd name="adj" fmla="val 4700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1196" y="304342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1" name="Text 9"/>
          <p:cNvSpPr/>
          <p:nvPr/>
        </p:nvSpPr>
        <p:spPr>
          <a:xfrm>
            <a:off x="7685913" y="301142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Station name decides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21196" y="346862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wkbh_id (same as LIS usercode)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wkbh_station_name = sorterId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sent: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map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4516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hospital by loesort_hosp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04B. DATA MODEL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Hospital sent: workbench only. Map is hospital fallback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1773936"/>
          <a:ext cx="10972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164592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Column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Type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Role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wkbh_station_name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varchar(255)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Equals request sorterId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LIS user; PK with wkbh_labno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workbench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wkbh_hosp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char(12)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 match request hospital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loesort_sorter_id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VARCHAR2(64)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map PK; omit-hospital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loe_specimen_sorter_map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0284C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loesort_hosp</a:t>
                      </a:r>
                      <a:endParaRPr lang="en-US" sz="1125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VARCHAR2(8)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Fallback hospital when request omits it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1773936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3920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sorter, more than one lab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83920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one workbench row per lab, same station name and wkbh_id. Missing row is Failure (D12).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6876" y="4791456"/>
            <a:ext cx="5335524" cy="1207008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21196" y="5029200"/>
            <a:ext cx="47868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 is optional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21196" y="5358384"/>
            <a:ext cx="47868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every caller sends hospital, do not seed loe_specimen_sorter_map (D15).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04C. STATUS AND AUDIT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REGISTERED prints, and only after the response</a:t>
            </a:r>
            <a:endParaRPr lang="en-US" sz="2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743200"/>
          <a:ext cx="109728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66160"/>
                <a:gridCol w="356616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Writes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 and PHLC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Sorter bin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15803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REGISTERED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 request, SORT_REG and REG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 worksheets, then PHLC, after return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In-house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284C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Send-out, tracking, SORT_SO and SEND_OUT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SORT_RELABEL only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DC26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FAILURE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SORT_FAIL with message code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64748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Staff Spec Ack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743200"/>
            <a:ext cx="10972800" cy="2286000"/>
          </a:xfrm>
          <a:prstGeom prst="roundRect">
            <a:avLst>
              <a:gd name="adj" fmla="val 48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05. NON-FUNCTIONAL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synchronous call per tube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10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&lt; 4 s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924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response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924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audit commit, print excluded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~20/min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45262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lab in v1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 per tube, sync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77200" y="3051810"/>
            <a:ext cx="3505200" cy="1668780"/>
          </a:xfrm>
          <a:prstGeom prst="roundRect">
            <a:avLst>
              <a:gd name="adj" fmla="val 657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68640" y="3362706"/>
            <a:ext cx="332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CPS, HMS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260080" y="3938778"/>
            <a:ext cx="313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Labs on the order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60080" y="4194810"/>
            <a:ext cx="31394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APS, BBS and MBS return Failure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06. PROMOTION AND 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workbench, open the gateway path, pilot CPS and HMS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LIS\skills\design-review-pptx\assets\icons\png\success\cloud-arrow-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920" y="2845356"/>
            <a:ext cx="265176" cy="265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49680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83920" y="3261408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222248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workbench: station name = sorter id, user = wkbh_id.</a:t>
            </a:r>
            <a:endParaRPr lang="en-US" sz="1125" dirty="0"/>
          </a:p>
        </p:txBody>
      </p:sp>
      <p:sp>
        <p:nvSpPr>
          <p:cNvPr id="9" name="Text 6"/>
          <p:cNvSpPr/>
          <p:nvPr/>
        </p:nvSpPr>
        <p:spPr>
          <a:xfrm>
            <a:off x="883920" y="3595449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10" name="Text 7"/>
          <p:cNvSpPr/>
          <p:nvPr/>
        </p:nvSpPr>
        <p:spPr>
          <a:xfrm>
            <a:off x="1222248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 row only if hospital can be omitted.</a:t>
            </a:r>
            <a:endParaRPr lang="en-US" sz="1125" dirty="0"/>
          </a:p>
        </p:txBody>
      </p:sp>
      <p:sp>
        <p:nvSpPr>
          <p:cNvPr id="11" name="Text 8"/>
          <p:cNvSpPr/>
          <p:nvPr/>
        </p:nvSpPr>
        <p:spPr>
          <a:xfrm>
            <a:off x="883920" y="3929491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1222248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</a:t>
            </a:r>
            <a:endParaRPr lang="en-US" sz="1125" dirty="0"/>
          </a:p>
        </p:txBody>
      </p:sp>
      <p:sp>
        <p:nvSpPr>
          <p:cNvPr id="13" name="Text 10"/>
          <p:cNvSpPr/>
          <p:nvPr/>
        </p:nvSpPr>
        <p:spPr>
          <a:xfrm>
            <a:off x="883920" y="4263533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1222248" y="4290965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the APIM product and NetworkPolicy.</a:t>
            </a:r>
            <a:endParaRPr lang="en-US" sz="1125" dirty="0"/>
          </a:p>
        </p:txBody>
      </p:sp>
      <p:sp>
        <p:nvSpPr>
          <p:cNvPr id="15" name="Text 12"/>
          <p:cNvSpPr/>
          <p:nvPr/>
        </p:nvSpPr>
        <p:spPr>
          <a:xfrm>
            <a:off x="883920" y="4597575"/>
            <a:ext cx="228600" cy="228600"/>
          </a:xfrm>
          <a:prstGeom prst="ellipse">
            <a:avLst/>
          </a:prstGeom>
          <a:solidFill>
            <a:srgbClr val="DCFCE7"/>
          </a:solidFill>
          <a:ln>
            <a:solidFill>
              <a:srgbClr val="DCFCE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1580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75" dirty="0"/>
          </a:p>
        </p:txBody>
      </p:sp>
      <p:sp>
        <p:nvSpPr>
          <p:cNvPr id="16" name="Text 13"/>
          <p:cNvSpPr/>
          <p:nvPr/>
        </p:nvSpPr>
        <p:spPr>
          <a:xfrm>
            <a:off x="1222248" y="4625007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Pilot CPS and HMS.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6246876" y="2539032"/>
            <a:ext cx="5335524" cy="2694337"/>
          </a:xfrm>
          <a:prstGeom prst="roundRect">
            <a:avLst>
              <a:gd name="adj" fmla="val 40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18" name="Image 1" descr="D:\Github\HA-Notes\LIS\skills\design-review-pptx\assets\icons\png\danger\rotate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196" y="2845356"/>
            <a:ext cx="265176" cy="26517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886956" y="2831640"/>
            <a:ext cx="44211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6521196" y="3261408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6859524" y="3288840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the middleware. Staff Spec Ack is unchanged.</a:t>
            </a:r>
            <a:endParaRPr lang="en-US" sz="1125" dirty="0"/>
          </a:p>
        </p:txBody>
      </p:sp>
      <p:sp>
        <p:nvSpPr>
          <p:cNvPr id="22" name="Text 18"/>
          <p:cNvSpPr/>
          <p:nvPr/>
        </p:nvSpPr>
        <p:spPr>
          <a:xfrm>
            <a:off x="6521196" y="3595449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75" dirty="0"/>
          </a:p>
        </p:txBody>
      </p:sp>
      <p:sp>
        <p:nvSpPr>
          <p:cNvPr id="23" name="Text 19"/>
          <p:cNvSpPr/>
          <p:nvPr/>
        </p:nvSpPr>
        <p:spPr>
          <a:xfrm>
            <a:off x="6859524" y="3622881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the map table if it was created.</a:t>
            </a:r>
            <a:endParaRPr lang="en-US" sz="1125" dirty="0"/>
          </a:p>
        </p:txBody>
      </p:sp>
      <p:sp>
        <p:nvSpPr>
          <p:cNvPr id="24" name="Text 20"/>
          <p:cNvSpPr/>
          <p:nvPr/>
        </p:nvSpPr>
        <p:spPr>
          <a:xfrm>
            <a:off x="6521196" y="3929491"/>
            <a:ext cx="228600" cy="228600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6859524" y="3956923"/>
            <a:ext cx="4448556" cy="196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conversion of historical requests.</a:t>
            </a:r>
            <a:endParaRPr lang="en-US" sz="112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3014282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61754"/>
            <a:ext cx="7717536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3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- one POST to send out or register a tube by USID</dc:subject>
  <dc:creator>Ka</dc:creator>
  <cp:lastModifiedBy>Ka</cp:lastModifiedBy>
  <cp:revision>1</cp:revision>
  <dcterms:created xsi:type="dcterms:W3CDTF">2026-09-22T07:03:02Z</dcterms:created>
  <dcterms:modified xsi:type="dcterms:W3CDTF">2026-09-22T07:03:02Z</dcterms:modified>
</cp:coreProperties>
</file>