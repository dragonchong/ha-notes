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Print and PHLC fail are extra rows, not a fifth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or failed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including SORT_WS_FAIL and SORT_PHLC_FAIL, or staff cannot find a print or PHLC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 or PHLC fail writes SORT_WS_FAIL / SORT_PHLC_FAIL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Hospital sent: skip the map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seed the map if every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list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371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SORT_WS_FAIL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371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SORT_PHLC_FAIL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75869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stays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SORT_WS_FAIL and SORT_PHLC_FAIL on the Audit Trail action. SEND_OUT, RELABEL and FAILURE do not print or call PHLC.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for the APIM provider, then seed workbench and labuser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237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for the API provider on APIM.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 and labuser.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 if hospital is omitted.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6246876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6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2377"/>
            <a:ext cx="265176" cy="26517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86956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Undeploy lis-crs-spec-ack-svc.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4096512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 created workbench and labuser.</a:t>
            </a:r>
            <a:endParaRPr lang="en-US" sz="11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2026-09-24T08:05:01Z</dcterms:created>
  <dcterms:modified xsi:type="dcterms:W3CDTF">2026-09-24T08:05:01Z</dcterms:modified>
</cp:coreProperties>
</file>