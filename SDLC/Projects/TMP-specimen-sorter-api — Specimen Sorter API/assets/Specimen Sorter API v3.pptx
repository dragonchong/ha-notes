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POST stays on lis-crs-spec-ack-svc. The register write is lis-request-svc, POST /api/registration. Audit stays on the Spec Ack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how LIS knows a test is send-out: LOESEND_HOSP and LOESEND_CLUSTER_CODE.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join Spec Ack uses today. Lab on the order still scopes the lookup inside the service. No print after SEND_OUT.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lists the hard Spec Ack checks that become Failure, and the soft ones that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Relabel is a different node. Do not report these as Relabel.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the Assign-USID rules without the staff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getAutoAssignUsid rules as Spec Ack, without RelabelUisdSpecimenCheckboxId.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wkbh_id and wkbh_station_name. Hub already has selectWorkbenchsByStationName.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loesort_usercode or loesort_workbench_id. Location and printer stay on workbench. Server name still comes from HospitalService.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SORT_* plus today's REG and SEND_OUT sit on LOE_AUDIT_TRAIL. Print and PHLC fail are extra rows, not a fifth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response. A late or failed worksheet does not change a status already returned.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including SORT_WS_FAIL and SORT_PHLC_FAIL, or staff cannot find a print or PHLC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sent skips the map; why mixed tubes fail; why user is wkbh_id.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37160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234184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096768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3959352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821936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41120" y="568452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workbench first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first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= wkbh_station_name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= wkbh_id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SORT_* on LOE_AUDIT_TRAIL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Print or PHLC fail writes SORT_WS_FAIL / SORT_PHLC_FAIL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Auto-register calls lis-request-svc to register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718056" y="1371600"/>
            <a:ext cx="8755888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SDLC\Projects\TMP-specimen-sorter-api — Specimen Sorter API\assets\specimen-sorter-api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928" y="1490472"/>
            <a:ext cx="8518144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03B.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are all tests send-out?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03C.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send-out test is a cluster code at that hospital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0360"/>
            <a:ext cx="5870448" cy="201168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99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LOE_SENDOUT_TEST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309981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3392424"/>
            <a:ext cx="5394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match GCRS test to send-out list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LOESEND_HOSP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&lt;Send Hospital&gt;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LOESEND_CLUSTER_CODE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&lt;CMS Test Code&gt;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v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tests match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sendOutSpecimen. Status SEND_OUT.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Mixed on one USID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send-out, some local. FAILURE. Do not split.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circle-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sorter flag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request does not say send-out. The table does.</a:t>
            </a:r>
            <a:endParaRPr lang="en-US" sz="11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03D.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do hard checks pass?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03E.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Spec Ack checks stop the API as Failure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36776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03504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Examples from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Ack / collect / request / DOB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Doctor / location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Unmapped doctor, ward, specialty, report destination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/ specimen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Failed test check; used or deleted; APS / BBS / MBS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 demogrpahics do not match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Mixed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and send-out on one USID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Other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Unexpected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63677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111496"/>
            <a:ext cx="1097280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3492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do not bin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67842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Overnight, valid period, duplicate, private, missing collection date, STAR unbox alert: ALS only.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03F.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can USID be the request number?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03G.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 when USID cannot be the request number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request groups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request test group for the scanned USID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specimens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specimen on a test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suffix A/B/C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several DFT specimens for one time flag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Force relabel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Force-relabel flag in LOE_TEST_MAP setup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96385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RELABEL. No lab request.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54660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51917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1178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35813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58673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55930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 skips the map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85191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Sent: Map workbench and user only. Omitted: loesort_hosp.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39826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62686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59943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status, labCode, testCode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89204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Bin from status. labCode and testCode are LIS.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station name,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Station name decides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wkbh_id (same as LIS usercode)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wkbh_station_name = sorterId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sent: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map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hospital by loesort_hosp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Derive Hospital is missing. Sorter ID is defined in workbench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45389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164592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map PK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VARCHAR2(3)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hospital when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match request hospital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wkbh_station_name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varchar(255)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 from sorterId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 from that workbench row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labuser_code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value as wkbh_id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45389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mapping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Omitted hospital: loesort_sorter_id → loesort_hosp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Hospital sent: skip the map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 not seed the map if every caller sends hospital.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then user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finds wkbh_station_name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code is wkbh_id on that row, same as labuser_code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Each status writes an audit action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  <a:gridCol w="329184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Audit 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SORT_REG and REG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 logs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SORT_SO and SEND_OUT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SORT_RELABEL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SORT_FAIL with message 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04D. WORKSHEET AND PHLC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list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3710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Worksheets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SORT_WS_FAIL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46876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3710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21196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PHLC electronic order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521196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SORT_PHLC_FAIL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9600" y="475869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stays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SORT_WS_FAIL and SORT_PHLC_FAIL on the Audit Trail action. SEND_OUT, RELABEL and FAILURE do not print or call PHLC.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for the APIM provider, then seed workbench and labuser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06053"/>
            <a:ext cx="5335524" cy="2360295"/>
          </a:xfrm>
          <a:prstGeom prst="roundRect">
            <a:avLst>
              <a:gd name="adj" fmla="val 46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2377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99866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42842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for the API provider on APIM.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762470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workbench and labuser.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096512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loe_specimen_sorter_map if hospital is omitted.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430554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457986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5" name="Shape 12"/>
          <p:cNvSpPr/>
          <p:nvPr/>
        </p:nvSpPr>
        <p:spPr>
          <a:xfrm>
            <a:off x="6246876" y="2706053"/>
            <a:ext cx="5335524" cy="2360295"/>
          </a:xfrm>
          <a:prstGeom prst="roundRect">
            <a:avLst>
              <a:gd name="adj" fmla="val 46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6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2377"/>
            <a:ext cx="265176" cy="26517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886956" y="299866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521196" y="342842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Undeploy lis-crs-spec-ack-svc.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3762470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the map table if it was created.</a:t>
            </a:r>
            <a:endParaRPr lang="en-US" sz="1125" dirty="0"/>
          </a:p>
        </p:txBody>
      </p:sp>
      <p:sp>
        <p:nvSpPr>
          <p:cNvPr id="22" name="Text 18"/>
          <p:cNvSpPr/>
          <p:nvPr/>
        </p:nvSpPr>
        <p:spPr>
          <a:xfrm>
            <a:off x="6521196" y="4096512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Remove created workbench and labuser.</a:t>
            </a:r>
            <a:endParaRPr lang="en-US" sz="112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2026-09-24T04:16:09Z</dcterms:created>
  <dcterms:modified xsi:type="dcterms:W3CDTF">2026-09-24T04:16:09Z</dcterms:modified>
</cp:coreProperties>
</file>