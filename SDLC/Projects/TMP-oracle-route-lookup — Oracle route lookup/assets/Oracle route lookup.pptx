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772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TMP-ORACLE-ROUTE-LOOKUP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3269742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90366" y="1835849"/>
            <a:ext cx="7892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TMP-oracle-route-lookup Oracle route lookup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2026-09-25T06:32:16Z</dcterms:created>
  <dcterms:modified xsi:type="dcterms:W3CDTF">2026-09-25T06:32:16Z</dcterms:modified>
</cp:coreProperties>
</file>