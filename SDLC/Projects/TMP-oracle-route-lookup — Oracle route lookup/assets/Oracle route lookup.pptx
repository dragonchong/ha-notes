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Patient sync is supposed to strip Chinese characters when the hospital is on Sybase. After the LIS-10723 data-source upgrade, the flag check does not reach Oracle, so the strip never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stops. The story is the skipped strip, then the Oracle flag read that turns it back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flag is the only thing that turns the strip on. When the check fails, the program skips the replace and Sybase gets the Chinese characters.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 not move the hospital transaction onto Oracle. That would commit hospital work already done. Only the flag read uses the Oracle connection.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replace logic is already in lis-patient-pmi-sync-svc. The library fix is what lets that check succeed.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DEVQA, SIT, and PROD keep the same JDBC settings. What changes is the library binary.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know the rollback worked when the old warning is back: defaulting to PostgreSQL.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question is whether a second Oracle database is registered. The second is enlistment only. We are not redesigning transaction 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question: does patient sync source change? No. The strip is already there. It runs again once the Oracle flag can be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the room, write any CP3 actions back onto the design note. This deck does not close the review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1835849"/>
            <a:ext cx="3772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TMP-ORACLE-ROUTE-LOOKUP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3269742" y="1950149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90366" y="1835849"/>
            <a:ext cx="78920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LIS-10723  ·  CP3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201609"/>
            <a:ext cx="9098280" cy="1109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Chinese characters reach Sybase</a:t>
            </a:r>
            <a:endParaRPr lang="en-US" sz="39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the Oracle flag is not read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493961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 strips Chinese characters when the hospital is on Sybase. After the LIS-10723 data-source upgrade, that flag check does not reach Oracle, so the strip is skipped.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592384"/>
            <a:ext cx="1938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802696"/>
            <a:ext cx="1938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53512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9544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LIBRARY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209544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data-source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13504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9536" y="4592384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669536" y="4802696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8BD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 Sep 2026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73496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9528" y="4592384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129528" y="4802696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 Team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295388" y="4592384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51420" y="4592384"/>
            <a:ext cx="871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551420" y="4802696"/>
            <a:ext cx="871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895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Related upgrade LIS-10723  ·  for CP3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Six stops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47370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173888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Chinese characters reach Sybase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336292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2601468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flag check does not reach Oracle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198876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3464052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flag, then strip when Sybase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061460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4326636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library build, config unchanged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41120" y="4924044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Fallback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341120" y="5189220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previous library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41120" y="5786628"/>
            <a:ext cx="10003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Questions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1341120" y="6051804"/>
            <a:ext cx="10003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Oracle database, and an open transaction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strip is skipped, so Chinese characters land in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99004"/>
            <a:ext cx="310896" cy="310896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1304544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 sync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883920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Chinese characters are stripped for Sybase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a message is stored, patient sync removes Chinese characters when the hospital database is Sybase.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66032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5216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9536" y="2699004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5090160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9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LIS-10723</a:t>
            </a:r>
            <a:endParaRPr lang="en-US" sz="1125" dirty="0"/>
          </a:p>
        </p:txBody>
      </p:sp>
      <p:sp>
        <p:nvSpPr>
          <p:cNvPr id="13" name="Text 11"/>
          <p:cNvSpPr/>
          <p:nvPr/>
        </p:nvSpPr>
        <p:spPr>
          <a:xfrm>
            <a:off x="4669536" y="3137916"/>
            <a:ext cx="285292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data-source gained transaction locking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69536" y="3685794"/>
            <a:ext cx="2852928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library upgrade for transaction locking left the Oracle flag check unable to reach Oracle.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851648" y="3502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0832" y="2406396"/>
            <a:ext cx="3401568" cy="2410968"/>
          </a:xfrm>
          <a:prstGeom prst="roundRect">
            <a:avLst>
              <a:gd name="adj" fmla="val 45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5152" y="2699004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8875776" y="269900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B4530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Sybase</a:t>
            </a:r>
            <a:endParaRPr lang="en-US" sz="1125" dirty="0"/>
          </a:p>
        </p:txBody>
      </p:sp>
      <p:sp>
        <p:nvSpPr>
          <p:cNvPr id="19" name="Text 17"/>
          <p:cNvSpPr/>
          <p:nvPr/>
        </p:nvSpPr>
        <p:spPr>
          <a:xfrm>
            <a:off x="8455152" y="3137916"/>
            <a:ext cx="285292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strip does not run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55152" y="3466719"/>
            <a:ext cx="2852928" cy="1076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are inserted into Sybase.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09600" y="50459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decides the strip: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Oracle flag. When the check fails, the replace is skipped.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flag check does not reach Oracle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strip is skipped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Oracle flag is not read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logic does not run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Chinese characters go into Sybase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832104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463028" y="3175254"/>
            <a:ext cx="38450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Sybase: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the Chinese characters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work stays open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Oracle flag, then strip when the hospital is Sybase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80874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 on Oracle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to Oracle and read the flag while the hospital database is still in use.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434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fil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180874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177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Sybase means replace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177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the flag says the hospital is Sybase, replace the Chinese characters.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0772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hospit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1520" y="3180874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3515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work stays open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3515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switch the hospital transaction over to Oracle.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Ship the library and leave config alone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3180874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839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data-source build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 take the fix by depending on the new library build.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434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slid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3180874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177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config change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177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JDBC settings stay as they are in DEVQA, SIT, and PROD.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077200" y="2860834"/>
            <a:ext cx="3505200" cy="2050732"/>
          </a:xfrm>
          <a:prstGeom prst="roundRect">
            <a:avLst>
              <a:gd name="adj" fmla="val 535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1520" y="3180874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351520" y="363807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Patient sync only rebuilds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351520" y="3948589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 rebuilds to take the library. Its own source stays the same.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the previous library back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19001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Redeploy and restart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the previous data-source build back on the affected service and restart it.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319001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for the old warning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a Sybase hospital, the log should again say defaulting to PostgreSQL.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319001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Clear a wrong saved answer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DELETE /api/clearCachedDBConn/{hospital}/{lab} drops one cached type check.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OPEN QUESTIONS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questions before we build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302437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2437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320725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 LOE / lab 1 / LOE_DB the only Oracle database?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346786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flag read will use that connection unless the thread is already on Oracle.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395020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395020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413308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a distributed transaction is already open, may this Oracle read join it?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439369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work will not be committed early. Transaction locking otherwise stays as LIS-10723 left it.</a:t>
            </a:r>
            <a:endParaRPr lang="en-US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722245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758952" y="3069717"/>
            <a:ext cx="96012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58952" y="3707130"/>
            <a:ext cx="7315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sync source does not change. The strip runs again once the Oracle flag can be read.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67400" y="2052161"/>
            <a:ext cx="457200" cy="457200"/>
          </a:xfrm>
          <a:prstGeom prst="ellipse">
            <a:avLst/>
          </a:prstGeom>
          <a:solidFill>
            <a:srgbClr val="082F49"/>
          </a:solidFill>
          <a:ln w="12700">
            <a:solidFill>
              <a:srgbClr val="082F49"/>
            </a:solidFill>
            <a:prstDash val="solid"/>
          </a:ln>
        </p:spPr>
      </p:sp>
      <p:pic>
        <p:nvPicPr>
          <p:cNvPr id="3" name="Image 0" descr="D:\Github\HA-Notes\LIS\skills\design-review-pptx\assets\icons\png\onDark\clipboard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1700" y="2166461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52600" y="2701385"/>
            <a:ext cx="86868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flag, then strip for Sybase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2406396" y="3338798"/>
            <a:ext cx="737920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schema change. No config change.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2548128" y="3937159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 CP3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2548128" y="4156615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actions back onto the design note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096000" y="3937159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352032" y="3937159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 BUILD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352032" y="4156615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data-source only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58952" y="6089904"/>
            <a:ext cx="1067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TMP-oracle-route-lookup   </a:t>
            </a:r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lis-patient-pmi-sync-svc  ·  LIS-10723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TMP-oracle-route-lookup Oracle route lookup</dc:title>
  <dc:subject>Chinese character strip skipped after the LIS-10723 data-source upgrade</dc:subject>
  <dc:creator>LIS Team</dc:creator>
  <cp:lastModifiedBy>LIS Team</cp:lastModifiedBy>
  <cp:revision>1</cp:revision>
  <dcterms:created xsi:type="dcterms:W3CDTF">2026-09-25T04:14:03Z</dcterms:created>
  <dcterms:modified xsi:type="dcterms:W3CDTF">2026-09-25T04:14:03Z</dcterms:modified>
</cp:coreProperties>
</file>