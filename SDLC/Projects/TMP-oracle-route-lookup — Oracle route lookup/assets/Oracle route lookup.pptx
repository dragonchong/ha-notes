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already has the hospital database open. The Sybase-or-PostgreSQL check then asks Oracle on that same route, and Oracle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cache is the part that hurts. One miss is stored as PostgreSQL, so later messages never ask Oracle again. Chinese characters then stay in a message for a Sybase hospital.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point the whole thread at Oracle. That would commit hospital work already done. Only the Oracle read uses the Oracle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lis-patient-pmi-sync-svc still calls the same check. The library changes underneath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know the rollback worked when that old warning is back on a Sybase hospital.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question is whether a second Oracle database is registered. The second is enlistment only. We are not redesigning distributed transactions.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does patient sync source change (no), and what happens when Oracle is down (this call is Sybase, and that answer is not saved).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the room, write any CP3 actions back onto the design note. This deck does not close the review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954911"/>
            <a:ext cx="3772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TMP-ORACLE-ROUTE-LOOKUP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3269742" y="2069211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90366" y="1954911"/>
            <a:ext cx="7892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REQUEST  ·  CP3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320671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Oracle lookup stays on Oracle</a:t>
            </a:r>
            <a:endParaRPr lang="en-US" sz="3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 hospital work continues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613023"/>
            <a:ext cx="658368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sync checks Sybase versus PostgreSQL by reading loe_control. That read currently follows the hospital route, so Oracle refuses it.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473321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683633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lis-svc-lib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962912" y="4473321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18944" y="4473321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218944" y="4683633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22904" y="4473321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78936" y="4473321"/>
            <a:ext cx="50977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FORUM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78936" y="4683633"/>
            <a:ext cx="509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444746" y="4473321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0778" y="4473321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00778" y="4683633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 Team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66638" y="4473321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2670" y="4473321"/>
            <a:ext cx="871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22670" y="4683633"/>
            <a:ext cx="871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reviewed  ·  for CP3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type check fails, and the failure sticks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552"/>
            <a:ext cx="3401568" cy="2196656"/>
          </a:xfrm>
          <a:prstGeom prst="roundRect">
            <a:avLst>
              <a:gd name="adj" fmla="val 49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6160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80616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Hospital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245072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database is already selected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792950"/>
            <a:ext cx="2852928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sync has started work on the hospital Sybase or PostgreSQL database.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513552"/>
            <a:ext cx="3401568" cy="2196656"/>
          </a:xfrm>
          <a:prstGeom prst="roundRect">
            <a:avLst>
              <a:gd name="adj" fmla="val 49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806160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80616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loe_control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245072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type check uses that same route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792950"/>
            <a:ext cx="2852928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read of loe_control goes to Oracle, but the route is still the hospital.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513552"/>
            <a:ext cx="3401568" cy="2196656"/>
          </a:xfrm>
          <a:prstGeom prst="roundRect">
            <a:avLst>
              <a:gd name="adj" fmla="val 49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806160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80616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245072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miss is stored as PostgreSQL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792950"/>
            <a:ext cx="2852928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Later messages skip the check. A Sybase hospital keeps characters it cannot store.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4938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sticks: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failed lookup is saved as PostgreSQL, so the next messages never ask Oracle again.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hospital route stays put during the Oracle read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Oracle is asked on the hospital route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the hospital database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refuses the read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miss is saved as PostgreSQL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463028" y="3175254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Oracle reads its own connection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stays where it is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loe_control is read on Oracle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down means Sybase, unsaved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sync code stays as it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Oracle read succeeds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loe_control is read on the Oracle connection even while the hospital database is selected.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hospi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work stays open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hospital transaction is not switched to Oracle, so work already done is not committed early.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rotate-le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Oracle down means Sybase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call is treated as Sybase. That answer is not saved, so the next call can ask Oracle again.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library and leave config alone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data-source build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 take the fix by depending on the new library build.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slid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config change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JDBC settings stay as they are in DEVQA, SIT, and PROD.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sync only rebuilds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rebuilds to take the library. Its own source stays the same.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the previous library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Redeploy and restart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the previous data-source build back on the affected service and restart it.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for the old warning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a Sybase hospital, the log should again say defaulting to PostgreSQL.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Clear a wrong saved answer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DELETE /api/clearCachedDBConn/{hospital}/{lab} drops one cached type check.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questions before we build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2437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2437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320725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LOE / lab 1 / LOE_DB the only Oracle database?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346786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read will use that connection unless the thread is already on Oracle.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395020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395020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413308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a distributed transaction is already open, may this Oracle read join it?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439369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will not be committed early. Distributed transactions are otherwise unchanged.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722245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58952" y="3069717"/>
            <a:ext cx="96012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58952" y="3707130"/>
            <a:ext cx="7315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sync source does not change. If Oracle is down, this call is Sybase and that answer is not saved.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1811179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clipboard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1925479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460403"/>
            <a:ext cx="8686800" cy="963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Agree the Oracle read, then build the library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2406396" y="3579781"/>
            <a:ext cx="737920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schema change. No config change.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548128" y="4178141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CP3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2548128" y="4397597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actions back onto the design note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096000" y="4178141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52032" y="4178141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BUILD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352032" y="4397597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 only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TMP-oracle-route-lookup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  ·  lis-svc-lib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TMP-oracle-route-lookup Oracle route lookup</dc:title>
  <dc:subject>Oracle type lookup while a hospital database is in use</dc:subject>
  <dc:creator>LIS Team</dc:creator>
  <cp:lastModifiedBy>LIS Team</cp:lastModifiedBy>
  <cp:revision>1</cp:revision>
  <dcterms:created xsi:type="dcterms:W3CDTF">2026-09-25T04:03:21Z</dcterms:created>
  <dcterms:modified xsi:type="dcterms:W3CDTF">2026-09-25T04:03:21Z</dcterms:modified>
</cp:coreProperties>
</file>