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strip Chinese characters when the hospital is on Sybase. After the LIS-10723 data-source upgrade, the flag check does not reach Oracle, so the strip never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stops. The story is the skipped strip, then the Oracle flag read that turns it back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turns the strip on.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know the rollback worked when the old warning is back: defaulting to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question is whether a second Oracle database is registered. The second is enlistment only. We are not redesigning transaction 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strip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room, write any CP3 actions back onto the design note. This deck does not close the review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835849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strips Chinese characters when the hospital is on Sybase. After the LIS-10723 data-source upgrade, that flag check does not reach Oracle, so the strip is skipped.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strip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 build, config unchanged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previous library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skipped, so Chinese characters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stripped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does not run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the strip: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strip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library and leave config alone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data-source build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take the fix by depending on the new library build.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config change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JDBC settings stay as they are in DEVQA, SIT, and PROD.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sync only rebuilds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rebuilds to take the library. Its own source stays the same.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previous library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Redeploy and restart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previous data-source build back on the affected service and restart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 the old warning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Sybase hospital, the log should again say defaulting to PostgreSQL.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Clear a wrong saved answer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questions before we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2437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2437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320725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LOE / lab 1 / LOE_DB the only Oracle database?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46786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read will use that connection unless the thread is already on Oracle.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95020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95020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413308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distributed transaction is already open, may this Oracle read join it?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439369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will not be committed early. Transaction locking otherwise stays as LIS-10723 left it.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722245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3069717"/>
            <a:ext cx="96012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58952" y="3707130"/>
            <a:ext cx="7315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source does not change. The strip runs again once the Oracle flag can be read.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2052161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2166461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70138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flag, then strip for Sybase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2406396" y="3338798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schema change. No config change.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548128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CP3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548128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actions back onto the design note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96000" y="3937159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2032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BUILD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52032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 only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TMP-oracle-route-lookup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 ·  LIS-10723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TMP-oracle-route-lookup Oracle route lookup</dc:title>
  <dc:subject>Chinese character strip skipped after the LIS-10723 data-source upgrade</dc:subject>
  <dc:creator>LIS Team</dc:creator>
  <cp:lastModifiedBy>LIS Team</cp:lastModifiedBy>
  <cp:revision>1</cp:revision>
  <dcterms:created xsi:type="dcterms:W3CDTF">2026-09-25T04:15:06Z</dcterms:created>
  <dcterms:modified xsi:type="dcterms:W3CDTF">2026-09-25T04:15:06Z</dcterms:modified>
</cp:coreProperties>
</file>