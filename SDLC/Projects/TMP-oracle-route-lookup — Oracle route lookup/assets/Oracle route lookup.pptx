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strip Chinese characters when the hospital is on Sybase. After the LIS-10723 data-source upgrade, the flag check does not reach Oracle, so the strip never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turns the strip on.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question is whether a second Oracle database is registered. The second is enlistment only. We are not redesigning transaction 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strip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room, write any CP3 actions back onto the design note. This deck does not close the review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772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TMP-ORACLE-ROUTE-LOOKUP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3269742" y="195014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90366" y="1835849"/>
            <a:ext cx="7892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LIS-10723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reach Sybase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the Oracle flag is not read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strips Chinese characters when the hospital is on Sybase. After the LIS-10723 data-source upgrade, that flag check does not reach Oracle, so the strip is skipped.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95388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1420" y="4592384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51420" y="4802696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strip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is skipped, so Chinese characters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stripped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does not run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the strip: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is skipped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strip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83777"/>
            <a:ext cx="5335524" cy="2204847"/>
          </a:xfrm>
          <a:prstGeom prst="roundRect">
            <a:avLst>
              <a:gd name="adj" fmla="val 49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90101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076385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0615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53358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84019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86762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174236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0166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783777"/>
            <a:ext cx="5335524" cy="2204847"/>
          </a:xfrm>
          <a:prstGeom prst="roundRect">
            <a:avLst>
              <a:gd name="adj" fmla="val 49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90101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076385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0615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53358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840194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867626"/>
            <a:ext cx="4448556" cy="375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Sybase hospital, the log again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35283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38026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questions before we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2437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2437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320725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LOE / lab 1 / LOE_DB the only Oracle database?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46786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read will use that connection unless the thread is already on Oracle.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95020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95020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413308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 distributed transaction is already open, may this Oracle read join it?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439369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will not be committed early. Transaction locking otherwise stays as LIS-10723 left it.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722245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3069717"/>
            <a:ext cx="96012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58952" y="3707130"/>
            <a:ext cx="7315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sync source does not change. The strip runs again once the Oracle flag can be read.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2052161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2166461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70138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flag, then strip for Sybase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2406396" y="3338798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schema change. No config change.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548128" y="3937159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CP3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548128" y="4156615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actions back onto the design note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96000" y="3937159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52032" y="3937159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BUILD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52032" y="4156615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 only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TMP-oracle-route-lookup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 ·  LIS-10723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TMP-oracle-route-lookup Oracle route lookup</dc:title>
  <dc:subject>Chinese character strip skipped after the LIS-10723 data-source upgrade</dc:subject>
  <dc:creator>LIS Team</dc:creator>
  <cp:lastModifiedBy>LIS Team</cp:lastModifiedBy>
  <cp:revision>1</cp:revision>
  <dcterms:created xsi:type="dcterms:W3CDTF">2026-09-25T05:58:40Z</dcterms:created>
  <dcterms:modified xsi:type="dcterms:W3CDTF">2026-09-25T05:58:40Z</dcterms:modified>
</cp:coreProperties>
</file>