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LIS-XXXXX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in removing chinese character in lis-patient-pmi-sync-svc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05740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0574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20370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46888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00837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00837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15468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41985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95935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9593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10565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37083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91032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91032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05663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32180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the read of the Oracle flag, then remove when the connection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6799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28803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74523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405574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96799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28803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74523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405574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2026-09-25T07:31:13Z</dcterms:created>
  <dcterms:modified xsi:type="dcterms:W3CDTF">2026-09-25T07:31:13Z</dcterms:modified>
</cp:coreProperties>
</file>