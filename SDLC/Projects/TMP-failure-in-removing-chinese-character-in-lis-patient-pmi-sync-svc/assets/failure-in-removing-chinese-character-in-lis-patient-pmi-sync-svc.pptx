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LIS-XXXXX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in removing chinese character in lis-patient-pmi-sync-svc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05740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0574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20370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46888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00837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00837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315468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41985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95935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9593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410565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37083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91032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91032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05663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32180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the read of the Oracle flag, then remove when the connection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6799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28803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74523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405574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96799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28803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74523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405574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63240"/>
            <a:ext cx="5335524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36956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355848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5616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81304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lis-patient-pmi-sync-svc</a:t>
            </a:r>
            <a:endParaRPr lang="en-US" sz="1125" dirty="0"/>
          </a:p>
        </p:txBody>
      </p:sp>
      <p:sp>
        <p:nvSpPr>
          <p:cNvPr id="9" name="Shape 6"/>
          <p:cNvSpPr/>
          <p:nvPr/>
        </p:nvSpPr>
        <p:spPr>
          <a:xfrm>
            <a:off x="6246876" y="3063240"/>
            <a:ext cx="5335524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369564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86956" y="3355848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521196" y="3785616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3" name="Text 9"/>
          <p:cNvSpPr/>
          <p:nvPr/>
        </p:nvSpPr>
        <p:spPr>
          <a:xfrm>
            <a:off x="6859524" y="381304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lis-patient-pmi-sync-svc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2026-09-25T07:35:42Z</dcterms:created>
  <dcterms:modified xsi:type="dcterms:W3CDTF">2026-09-25T07:35:42Z</dcterms:modified>
</cp:coreProperties>
</file>