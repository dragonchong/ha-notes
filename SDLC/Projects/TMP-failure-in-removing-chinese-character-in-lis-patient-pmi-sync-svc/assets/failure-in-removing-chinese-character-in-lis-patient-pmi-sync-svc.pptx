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8574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TMP-FAILURE-IN-REMOVING-CHINESE-CHARACTER-IN-LIS-PATIENT-PMI-SYNC-SVC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8071866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92490" y="1835849"/>
            <a:ext cx="3089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2026-09-25T06:39:40Z</dcterms:created>
  <dcterms:modified xsi:type="dcterms:W3CDTF">2026-09-25T06:39:40Z</dcterms:modified>
</cp:coreProperties>
</file>