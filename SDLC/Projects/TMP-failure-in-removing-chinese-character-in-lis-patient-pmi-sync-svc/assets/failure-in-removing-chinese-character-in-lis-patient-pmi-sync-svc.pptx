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Patient sync is supposed to remove Chinese characters when the hospital is on Sybase. After the LIS-10723 data-source upgrade, the flag check does not reach Oracle, so they are not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stops. Promotion and fallback sit on one slide: ship the library, or put the previous one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 is the only thing that decides whether to remove. When the check fails, the program skips the replace and Sybase gets the Chinese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move the hospital transaction onto Oracle. That would commit hospital work already done. Only the flag read uses the Oracle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replace logic is already in lis-patient-pmi-sync-svc. The library fix is what lets that check succeed.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DEVQA, SIT, and PROD keep the same JDBC settings. What changes is the library binary. You know the rollback worked when the old warning is back. A wrong saved answer is cleared with DELETE /api/clearCachedDBConn/{hospital}/{lab}.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question: does patient sync source change? No. The logic to remove Chinese characters is already there. It runs again once the Oracle flag can be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1835849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LIS-XXXXX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58952" y="2201609"/>
            <a:ext cx="9098280" cy="110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 in removing chinese character in lis-patient-pmi-sync-svc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58952" y="3493961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removes Chinese characters when the hospital is on Sybase. After the LIS-10723 data-source upgrade, that flag check does not reach Oracle, so they are not removed.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58952" y="4592384"/>
            <a:ext cx="1938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58952" y="4802696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53512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9544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09544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13504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9536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Sep 2026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73496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9528" y="4592384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29528" y="4802696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upgrade LIS-10723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stops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72821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99339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Chinese characters reach Sybase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6791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9443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flag check does not reach Oracle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63016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89534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flag, then remove when Sybase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5811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8463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library, or the previous one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553212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79729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Oracle database, and an open transaction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are not removed, so they land in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99004"/>
            <a:ext cx="310896" cy="310896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1304544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 PMI Sync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883920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Non-ASCII characters are removed for Sybase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a message is stored, patient sync removes Chinese characters when the hospital database is Sybase.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6032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5216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2699004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090160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4669536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data-source gained transaction locking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9536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library upgrade for transaction locking left the Oracle flag check unable to reach Oracle.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51648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0832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5152" y="2699004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8875776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Sybase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8455152" y="3137916"/>
            <a:ext cx="28529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5152" y="3466719"/>
            <a:ext cx="2852928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are inserted into Sybase.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0459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decides whether to remove: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Oracle flag. When the check fails, the replace is skipped.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flag check does not reach Oracle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flag is not read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logic does not run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go into Sybase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463028" y="3175254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Sybase: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the Chinese characters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work stays open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Oracle flag, then remove when the hospital is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8087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 while the hospital database is still in use.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434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fil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18087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Sybase means replace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flag says the hospital is Sybase, replace the Chinese characters.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772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hospi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3180874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work stays open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515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switch the hospital transaction over to Oracle.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Ship the new library, or put the previous one 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7939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a new data-source build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JDBC settings unchanged in DEVQA, SIT, and PROD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Rebuild lis-patient-pmi-sync-svc. Its source stays the same</a:t>
            </a:r>
            <a:endParaRPr lang="en-US" sz="1125" dirty="0"/>
          </a:p>
        </p:txBody>
      </p:sp>
      <p:sp>
        <p:nvSpPr>
          <p:cNvPr id="13" name="Shape 10"/>
          <p:cNvSpPr/>
          <p:nvPr/>
        </p:nvSpPr>
        <p:spPr>
          <a:xfrm>
            <a:off x="6246876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4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179397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886956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7" name="Text 13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Redeploy the previous data-source build and restart</a:t>
            </a:r>
            <a:endParaRPr lang="en-US" sz="1125" dirty="0"/>
          </a:p>
        </p:txBody>
      </p:sp>
      <p:sp>
        <p:nvSpPr>
          <p:cNvPr id="18" name="Text 14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Sybase, the log says defaulting to PostgreSQL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4263533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one cached type check for that hospital and lab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Failure in removing chinese character in lis-patient-pmi-sync-svc</dc:title>
  <dc:subject>Removing Chinese characters is skipped after the LIS-10723 data-source upgrade</dc:subject>
  <dc:creator>LIS Team</dc:creator>
  <cp:lastModifiedBy>LIS Team</cp:lastModifiedBy>
  <cp:revision>1</cp:revision>
  <dcterms:created xsi:type="dcterms:W3CDTF">2026-09-25T07:10:46Z</dcterms:created>
  <dcterms:modified xsi:type="dcterms:W3CDTF">2026-09-25T07:10:46Z</dcterms:modified>
</cp:coreProperties>
</file>