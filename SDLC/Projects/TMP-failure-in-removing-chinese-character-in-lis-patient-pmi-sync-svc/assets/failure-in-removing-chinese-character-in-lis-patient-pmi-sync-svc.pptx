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LIS-XXXXX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in removing chinese character in lis-patient-pmi-sync-svc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remove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2026-09-25T07:11:42Z</dcterms:created>
  <dcterms:modified xsi:type="dcterms:W3CDTF">2026-09-25T07:11:42Z</dcterms:modified>
</cp:coreProperties>
</file>