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remove Chinese characters when the hospital is on Sybase. After the LIS-10723 data-source upgrade, the flag check does not reach Oracle, so they are not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stops. Promotion and fallback sit on one slide: ship the library, or put the previous one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decides whether to remove.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move the hospital transaction onto Oracle. That would commit hospital work already done. Only the flag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 You know the rollback worked when the old warning is back. A wrong saved answer is cleared with DELETE /api/clearCachedDBConn/{hospital}/{lab}.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logic to remove Chinese characters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8574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TMP-FAILURE-IN-REMOVING-CHINESE-CHARACTER-IN-LIS-PATIENT-PMI-SYNC-SVC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8071866" y="195014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92490" y="1835849"/>
            <a:ext cx="3089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LIS-10723  ·  CP3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reach Sybase</a:t>
            </a:r>
            <a:endParaRPr lang="en-US" sz="3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the Oracle flag is not read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removes Chinese characters when the hospital is on Sybase. After the LIS-10723 data-source upgrade, that flag check does not reach Oracle, so they are not removed.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 Team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95388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51420" y="4592384"/>
            <a:ext cx="871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51420" y="4802696"/>
            <a:ext cx="871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  ·  for CP3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581912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581912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72821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99339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532888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532888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6791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9443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check does not reach Oracle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483864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483864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63016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89534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remove when Sybase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434840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434840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5811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8463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library, or the previous one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5385816"/>
            <a:ext cx="10972800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5385816"/>
            <a:ext cx="502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553212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79729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not removed, so they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PMI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Non-ASCII characters are removed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Sybase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whether to remove: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flag check does not reach Oracle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Characters are not removed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flag is not read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logic does not run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go into Sybase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Sybase: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the Chinese characters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open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Oracle flag, then remove when the hospital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switch the hospital transaction over to Oracle.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new library, or put the previous one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79397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 new data-source build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JDBC settings unchanged in DEVQA, SIT, and PROD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Rebuild lis-patient-pmi-sync-svc. Its source stays the same</a:t>
            </a:r>
            <a:endParaRPr lang="en-US" sz="1125" dirty="0"/>
          </a:p>
        </p:txBody>
      </p:sp>
      <p:sp>
        <p:nvSpPr>
          <p:cNvPr id="13" name="Shape 10"/>
          <p:cNvSpPr/>
          <p:nvPr/>
        </p:nvSpPr>
        <p:spPr>
          <a:xfrm>
            <a:off x="6246876" y="2873073"/>
            <a:ext cx="5335524" cy="2026253"/>
          </a:xfrm>
          <a:prstGeom prst="roundRect">
            <a:avLst>
              <a:gd name="adj" fmla="val 541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4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3179397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886956" y="3165681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17" name="Text 13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Redeploy the previous data-source build and restart</a:t>
            </a:r>
            <a:endParaRPr lang="en-US" sz="1125" dirty="0"/>
          </a:p>
        </p:txBody>
      </p:sp>
      <p:sp>
        <p:nvSpPr>
          <p:cNvPr id="18" name="Text 14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9" name="Text 15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Sybase, the log says defaulting to PostgreSQL</a:t>
            </a:r>
            <a:endParaRPr lang="en-US" sz="1125" dirty="0"/>
          </a:p>
        </p:txBody>
      </p:sp>
      <p:sp>
        <p:nvSpPr>
          <p:cNvPr id="20" name="Text 16"/>
          <p:cNvSpPr/>
          <p:nvPr/>
        </p:nvSpPr>
        <p:spPr>
          <a:xfrm>
            <a:off x="6521196" y="4263533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one cached type check for that hospital and lab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Failure in removing chinese character in lis-patient-pmi-sync-svc</dc:title>
  <dc:subject>Removing Chinese characters is skipped after the LIS-10723 data-source upgrade</dc:subject>
  <dc:creator>LIS Team</dc:creator>
  <cp:lastModifiedBy>LIS Team</cp:lastModifiedBy>
  <cp:revision>1</cp:revision>
  <dcterms:created xsi:type="dcterms:W3CDTF">2026-09-25T06:47:25Z</dcterms:created>
  <dcterms:modified xsi:type="dcterms:W3CDTF">2026-09-25T06:47:25Z</dcterms:modified>
</cp:coreProperties>
</file>