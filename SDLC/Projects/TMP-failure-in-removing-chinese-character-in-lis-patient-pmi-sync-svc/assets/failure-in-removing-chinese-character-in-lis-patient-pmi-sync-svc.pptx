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Patient sync is supposed to remove Chinese characters when the hospital is on Sybase. After the LIS-10723 data-source upgrade, the flag check does not reach Oracle, so they are not removed.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stops. Promotion and fallback sit on one slide: ship the library, or put the previous one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flag is the only thing that decides whether to remove. When the check fails, the program skips the replace and Sybase gets the Chinese characters.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replace logic is already in lis-patient-pmi-sync-svc. The library fix is what lets that check succeed.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DEVQA, SIT, and PROD keep the same JDBC settings. What changes is the library binary. You know the rollback worked when the old warning is back. A wrong saved answer is cleared with DELETE /api/clearCachedDBConn/{hospital}/{lab}.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question: does patient sync source change? No. The logic to remove Chinese characters is already there. It runs again once the Oracle flag can be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1835849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LIS-XXXXX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58952" y="2201609"/>
            <a:ext cx="9098280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Failure in removing chinese character in lis-patient-pmi-sync-svc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58952" y="3493961"/>
            <a:ext cx="658368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lis-patient-pmi-sync-svc removes Chinese characters when the hospital is on Sybase. After the LIS-10723 data-source upgrade, that flag check does not reach Oracle, so they are not removed.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58952" y="4592384"/>
            <a:ext cx="19385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58952" y="4802696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lis-patient-pmi-sync-svc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53512" y="4592384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9544" y="4592384"/>
            <a:ext cx="947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LIBRARY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9544" y="4802696"/>
            <a:ext cx="947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data-source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13504" y="4592384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9536" y="4592384"/>
            <a:ext cx="947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69536" y="4802696"/>
            <a:ext cx="947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Sep 2026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73496" y="4592384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9528" y="4592384"/>
            <a:ext cx="9098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29528" y="4802696"/>
            <a:ext cx="909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Tony Chong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" y="605332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Related upgrade LIS-10723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stops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057400"/>
            <a:ext cx="109728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7344" y="20574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41120" y="2203704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41120" y="2468880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Chinese characters reach Sybase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609600" y="3008376"/>
            <a:ext cx="109728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7344" y="3008376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41120" y="3154680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Change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41120" y="3419856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flag, then remove when Sybase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609600" y="3959352"/>
            <a:ext cx="109728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344" y="395935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41120" y="4105656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Promotion and fallback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41120" y="4370832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library, or the previous one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609600" y="4910328"/>
            <a:ext cx="109728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344" y="491032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41120" y="5056632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Questions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41120" y="5321808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Oracle database, and an open transaction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BACKGROUND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Chinese characters are not removed, so they land in Sybase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406396"/>
            <a:ext cx="3401568" cy="2410968"/>
          </a:xfrm>
          <a:prstGeom prst="roundRect">
            <a:avLst>
              <a:gd name="adj" fmla="val 45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2699004"/>
            <a:ext cx="310896" cy="310896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1304544" y="269900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PMI Sync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883920" y="3137916"/>
            <a:ext cx="285292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Non-ASCII characters are removed for Sybase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3920" y="3685794"/>
            <a:ext cx="285292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a message is stored, patient sync removes Chinese characters when the hospital database is Sybase.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066032" y="3502152"/>
            <a:ext cx="274320" cy="21945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95216" y="2406396"/>
            <a:ext cx="3401568" cy="2410968"/>
          </a:xfrm>
          <a:prstGeom prst="roundRect">
            <a:avLst>
              <a:gd name="adj" fmla="val 45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9536" y="2699004"/>
            <a:ext cx="310896" cy="310896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090160" y="269900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LIS-10723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669536" y="3137916"/>
            <a:ext cx="285292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data-source gained transaction locking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9536" y="3685794"/>
            <a:ext cx="285292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library upgrade for transaction locking left the Oracle flag check unable to reach Oracle.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851648" y="3502152"/>
            <a:ext cx="274320" cy="21945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0832" y="2406396"/>
            <a:ext cx="3401568" cy="2410968"/>
          </a:xfrm>
          <a:prstGeom prst="roundRect">
            <a:avLst>
              <a:gd name="adj" fmla="val 45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5152" y="2699004"/>
            <a:ext cx="310896" cy="310896"/>
          </a:xfrm>
          <a:prstGeom prst="ellipse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875776" y="269900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LIS-10723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8455152" y="3137916"/>
            <a:ext cx="285292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Characters are not removed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55152" y="3466719"/>
            <a:ext cx="2852928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Chinese characters are inserted into Sybase.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04596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decides whether to remove:  </a:t>
            </a:r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Oracle flag. When the check fails, the replace is skipped.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PROPOSED CHANGE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Fix the read of the Oracle flag, then remove when the connection is Sybase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860834"/>
            <a:ext cx="3505200" cy="2050732"/>
          </a:xfrm>
          <a:prstGeom prst="roundRect">
            <a:avLst>
              <a:gd name="adj" fmla="val 53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D:\Github\HA-Notes\LIS\skills\design-review-pptx\assets\icons\png\accent\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920" y="3180874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3920" y="3638074"/>
            <a:ext cx="2956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flag on Oracle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83920" y="3948589"/>
            <a:ext cx="2956560" cy="798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to Oracle and read the flag while the hospital database is still in use.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43400" y="2860834"/>
            <a:ext cx="3505200" cy="2050732"/>
          </a:xfrm>
          <a:prstGeom prst="roundRect">
            <a:avLst>
              <a:gd name="adj" fmla="val 53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9" name="Image 1" descr="D:\Github\HA-Notes\LIS\skills\design-review-pptx\assets\icons\png\accent\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3180874"/>
            <a:ext cx="265176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3638074"/>
            <a:ext cx="2956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Sybase means replace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17720" y="3948589"/>
            <a:ext cx="2956560" cy="798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flag says the hospital is Sybase, replace the Chinese characters.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077200" y="2860834"/>
            <a:ext cx="3505200" cy="2050732"/>
          </a:xfrm>
          <a:prstGeom prst="roundRect">
            <a:avLst>
              <a:gd name="adj" fmla="val 53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3" name="Image 2" descr="D:\Github\HA-Notes\LIS\skills\design-review-pptx\assets\icons\png\accent\hospit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520" y="3180874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51520" y="3638074"/>
            <a:ext cx="2956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Hospital work stays open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351520" y="3948589"/>
            <a:ext cx="2956560" cy="798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switch the hospital transaction over to Oracle.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PROMOTION AND FALLBACK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Ship the new library, or put the previous one back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873073"/>
            <a:ext cx="5335524" cy="2026253"/>
          </a:xfrm>
          <a:prstGeom prst="roundRect">
            <a:avLst>
              <a:gd name="adj" fmla="val 541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D:\Github\HA-Notes\LIS\skills\design-review-pptx\assets\icons\png\success\cloud-arrow-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920" y="3179397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9680" y="3165681"/>
            <a:ext cx="44211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Promotion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83920" y="3595449"/>
            <a:ext cx="228600" cy="228600"/>
          </a:xfrm>
          <a:prstGeom prst="ellipse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1222248" y="3622881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a new data-source build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883920" y="3929491"/>
            <a:ext cx="228600" cy="228600"/>
          </a:xfrm>
          <a:prstGeom prst="ellipse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1222248" y="3956923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JDBC settings unchanged in DEVQA, SIT, and PROD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883920" y="4263533"/>
            <a:ext cx="228600" cy="228600"/>
          </a:xfrm>
          <a:prstGeom prst="ellipse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1222248" y="4290965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Rebuild lis-patient-pmi-sync-svc. Its source stays the same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6246876" y="2873073"/>
            <a:ext cx="5335524" cy="2026253"/>
          </a:xfrm>
          <a:prstGeom prst="roundRect">
            <a:avLst>
              <a:gd name="adj" fmla="val 541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4" name="Image 1" descr="D:\Github\HA-Notes\LIS\skills\design-review-pptx\assets\icons\png\danger\rotate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196" y="3179397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86956" y="3165681"/>
            <a:ext cx="44211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Fallback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521196" y="3595449"/>
            <a:ext cx="228600" cy="228600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75" dirty="0"/>
          </a:p>
        </p:txBody>
      </p:sp>
      <p:sp>
        <p:nvSpPr>
          <p:cNvPr id="17" name="Text 13"/>
          <p:cNvSpPr/>
          <p:nvPr/>
        </p:nvSpPr>
        <p:spPr>
          <a:xfrm>
            <a:off x="6859524" y="3622881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Redeploy the previous data-source build and restart</a:t>
            </a:r>
            <a:endParaRPr lang="en-US" sz="1125" dirty="0"/>
          </a:p>
        </p:txBody>
      </p:sp>
      <p:sp>
        <p:nvSpPr>
          <p:cNvPr id="18" name="Text 14"/>
          <p:cNvSpPr/>
          <p:nvPr/>
        </p:nvSpPr>
        <p:spPr>
          <a:xfrm>
            <a:off x="6521196" y="3929491"/>
            <a:ext cx="228600" cy="228600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6859524" y="3956923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Sybase, the log says defaulting to PostgreSQL</a:t>
            </a:r>
            <a:endParaRPr lang="en-US" sz="1125" dirty="0"/>
          </a:p>
        </p:txBody>
      </p:sp>
      <p:sp>
        <p:nvSpPr>
          <p:cNvPr id="20" name="Text 16"/>
          <p:cNvSpPr/>
          <p:nvPr/>
        </p:nvSpPr>
        <p:spPr>
          <a:xfrm>
            <a:off x="6521196" y="4263533"/>
            <a:ext cx="228600" cy="228600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75" dirty="0"/>
          </a:p>
        </p:txBody>
      </p:sp>
      <p:sp>
        <p:nvSpPr>
          <p:cNvPr id="21" name="Text 17"/>
          <p:cNvSpPr/>
          <p:nvPr/>
        </p:nvSpPr>
        <p:spPr>
          <a:xfrm>
            <a:off x="6859524" y="4290965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 one cached type check for that hospital and lab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7232" y="3014282"/>
            <a:ext cx="7717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spc="15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DISCUSSION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37232" y="3361754"/>
            <a:ext cx="7717536" cy="48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Q&amp;A</a:t>
            </a:r>
            <a:endParaRPr lang="en-US" sz="3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Hospital Authority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Failure in removing chinese character in lis-patient-pmi-sync-svc</dc:title>
  <dc:subject>Removing Chinese characters is skipped after the LIS-10723 data-source upgrade</dc:subject>
  <dc:creator>LIS Team</dc:creator>
  <cp:lastModifiedBy>LIS Team</cp:lastModifiedBy>
  <cp:revision>1</cp:revision>
  <dcterms:created xsi:type="dcterms:W3CDTF">2026-09-25T07:20:28Z</dcterms:created>
  <dcterms:modified xsi:type="dcterms:W3CDTF">2026-09-25T07:20:28Z</dcterms:modified>
</cp:coreProperties>
</file>